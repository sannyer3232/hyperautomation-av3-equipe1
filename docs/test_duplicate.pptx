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8"/>
  </p:sldIdLst>
  <p:sldSz cy="3238500" cx="5765800"/>
  <p:notesSz cx="5765800" cy="3238500"/>
  <p:embeddedFontLst>
    <p:embeddedFont>
      <p:font typeface="Tahoma"/>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0BE2F1-5C0D-45D9-91F6-C3161AC8E736}">
  <a:tblStyle styleId="{E00BE2F1-5C0D-45D9-91F6-C3161AC8E736}"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font" Target="fonts/Tahoma-regular.fntdata"/><Relationship Id="rId17" Type="http://schemas.openxmlformats.org/officeDocument/2006/relationships/font" Target="fonts/Tahoma-bold.fntdata"/><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76575" y="1538275"/>
            <a:ext cx="4612625" cy="14573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0.jpg"/><Relationship Id="rId6"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2" name="Shape 12"/>
        <p:cNvGrpSpPr/>
        <p:nvPr/>
      </p:nvGrpSpPr>
      <p:grpSpPr>
        <a:xfrm>
          <a:off x="0" y="0"/>
          <a:ext cx="0" cy="0"/>
          <a:chOff x="0" y="0"/>
          <a:chExt cx="0" cy="0"/>
        </a:xfrm>
      </p:grpSpPr>
      <p:sp>
        <p:nvSpPr>
          <p:cNvPr id="13" name="Google Shape;13;p2"/>
          <p:cNvSpPr txBox="1"/>
          <p:nvPr>
            <p:ph type="ctrTitle"/>
          </p:nvPr>
        </p:nvSpPr>
        <p:spPr>
          <a:xfrm>
            <a:off x="264747" y="665782"/>
            <a:ext cx="3255645" cy="41655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200">
                <a:solidFill>
                  <a:srgbClr val="A50033"/>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subTitle"/>
          </p:nvPr>
        </p:nvSpPr>
        <p:spPr>
          <a:xfrm>
            <a:off x="864870" y="1813560"/>
            <a:ext cx="4036060" cy="80962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200">
                <a:solidFill>
                  <a:schemeClr val="dk1"/>
                </a:solidFill>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2109903" y="3090028"/>
            <a:ext cx="1619250"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0" type="dt"/>
          </p:nvPr>
        </p:nvSpPr>
        <p:spPr>
          <a:xfrm>
            <a:off x="4533966" y="3051205"/>
            <a:ext cx="1048385"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2" type="sldNum"/>
          </p:nvPr>
        </p:nvSpPr>
        <p:spPr>
          <a:xfrm>
            <a:off x="133624" y="3067276"/>
            <a:ext cx="245110" cy="19050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1000">
                <a:solidFill>
                  <a:schemeClr val="lt1"/>
                </a:solidFill>
                <a:latin typeface="Tahoma"/>
                <a:ea typeface="Tahoma"/>
                <a:cs typeface="Tahoma"/>
                <a:sym typeface="Tahoma"/>
              </a:defRPr>
            </a:lvl1pPr>
            <a:lvl2pPr indent="0" lvl="1" marL="38100">
              <a:lnSpc>
                <a:spcPct val="100000"/>
              </a:lnSpc>
              <a:spcBef>
                <a:spcPts val="0"/>
              </a:spcBef>
              <a:buNone/>
              <a:defRPr b="0" i="0" sz="1000">
                <a:solidFill>
                  <a:schemeClr val="lt1"/>
                </a:solidFill>
                <a:latin typeface="Tahoma"/>
                <a:ea typeface="Tahoma"/>
                <a:cs typeface="Tahoma"/>
                <a:sym typeface="Tahoma"/>
              </a:defRPr>
            </a:lvl2pPr>
            <a:lvl3pPr indent="0" lvl="2" marL="38100">
              <a:lnSpc>
                <a:spcPct val="100000"/>
              </a:lnSpc>
              <a:spcBef>
                <a:spcPts val="0"/>
              </a:spcBef>
              <a:buNone/>
              <a:defRPr b="0" i="0" sz="1000">
                <a:solidFill>
                  <a:schemeClr val="lt1"/>
                </a:solidFill>
                <a:latin typeface="Tahoma"/>
                <a:ea typeface="Tahoma"/>
                <a:cs typeface="Tahoma"/>
                <a:sym typeface="Tahoma"/>
              </a:defRPr>
            </a:lvl3pPr>
            <a:lvl4pPr indent="0" lvl="3" marL="38100">
              <a:lnSpc>
                <a:spcPct val="100000"/>
              </a:lnSpc>
              <a:spcBef>
                <a:spcPts val="0"/>
              </a:spcBef>
              <a:buNone/>
              <a:defRPr b="0" i="0" sz="1000">
                <a:solidFill>
                  <a:schemeClr val="lt1"/>
                </a:solidFill>
                <a:latin typeface="Tahoma"/>
                <a:ea typeface="Tahoma"/>
                <a:cs typeface="Tahoma"/>
                <a:sym typeface="Tahoma"/>
              </a:defRPr>
            </a:lvl4pPr>
            <a:lvl5pPr indent="0" lvl="4" marL="38100">
              <a:lnSpc>
                <a:spcPct val="100000"/>
              </a:lnSpc>
              <a:spcBef>
                <a:spcPts val="0"/>
              </a:spcBef>
              <a:buNone/>
              <a:defRPr b="0" i="0" sz="1000">
                <a:solidFill>
                  <a:schemeClr val="lt1"/>
                </a:solidFill>
                <a:latin typeface="Tahoma"/>
                <a:ea typeface="Tahoma"/>
                <a:cs typeface="Tahoma"/>
                <a:sym typeface="Tahoma"/>
              </a:defRPr>
            </a:lvl5pPr>
            <a:lvl6pPr indent="0" lvl="5" marL="38100">
              <a:lnSpc>
                <a:spcPct val="100000"/>
              </a:lnSpc>
              <a:spcBef>
                <a:spcPts val="0"/>
              </a:spcBef>
              <a:buNone/>
              <a:defRPr b="0" i="0" sz="1000">
                <a:solidFill>
                  <a:schemeClr val="lt1"/>
                </a:solidFill>
                <a:latin typeface="Tahoma"/>
                <a:ea typeface="Tahoma"/>
                <a:cs typeface="Tahoma"/>
                <a:sym typeface="Tahoma"/>
              </a:defRPr>
            </a:lvl6pPr>
            <a:lvl7pPr indent="0" lvl="6" marL="38100">
              <a:lnSpc>
                <a:spcPct val="100000"/>
              </a:lnSpc>
              <a:spcBef>
                <a:spcPts val="0"/>
              </a:spcBef>
              <a:buNone/>
              <a:defRPr b="0" i="0" sz="1000">
                <a:solidFill>
                  <a:schemeClr val="lt1"/>
                </a:solidFill>
                <a:latin typeface="Tahoma"/>
                <a:ea typeface="Tahoma"/>
                <a:cs typeface="Tahoma"/>
                <a:sym typeface="Tahoma"/>
              </a:defRPr>
            </a:lvl7pPr>
            <a:lvl8pPr indent="0" lvl="7" marL="38100">
              <a:lnSpc>
                <a:spcPct val="100000"/>
              </a:lnSpc>
              <a:spcBef>
                <a:spcPts val="0"/>
              </a:spcBef>
              <a:buNone/>
              <a:defRPr b="0" i="0" sz="1000">
                <a:solidFill>
                  <a:schemeClr val="lt1"/>
                </a:solidFill>
                <a:latin typeface="Tahoma"/>
                <a:ea typeface="Tahoma"/>
                <a:cs typeface="Tahoma"/>
                <a:sym typeface="Tahoma"/>
              </a:defRPr>
            </a:lvl8pPr>
            <a:lvl9pPr indent="0" lvl="8" marL="38100">
              <a:lnSpc>
                <a:spcPct val="100000"/>
              </a:lnSpc>
              <a:spcBef>
                <a:spcPts val="0"/>
              </a:spcBef>
              <a:buNone/>
              <a:defRPr b="0" i="0" sz="1000">
                <a:solidFill>
                  <a:schemeClr val="lt1"/>
                </a:solidFill>
                <a:latin typeface="Tahoma"/>
                <a:ea typeface="Tahoma"/>
                <a:cs typeface="Tahoma"/>
                <a:sym typeface="Tahoma"/>
              </a:defRPr>
            </a:lvl9pPr>
          </a:lstStyle>
          <a:p>
            <a:pPr indent="0" lvl="0" marL="38100" rtl="0" algn="l">
              <a:spcBef>
                <a:spcPts val="0"/>
              </a:spcBef>
              <a:spcAft>
                <a:spcPts val="0"/>
              </a:spcAft>
              <a:buNone/>
            </a:pPr>
            <a:fld id="{00000000-1234-1234-1234-123412341234}" type="slidenum">
              <a:rPr lang="en-US"/>
              <a:t>‹#›</a:t>
            </a:fld>
            <a:r>
              <a:rPr lang="en-US"/>
              <a:t>/9</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 name="Shape 18"/>
        <p:cNvGrpSpPr/>
        <p:nvPr/>
      </p:nvGrpSpPr>
      <p:grpSpPr>
        <a:xfrm>
          <a:off x="0" y="0"/>
          <a:ext cx="0" cy="0"/>
          <a:chOff x="0" y="0"/>
          <a:chExt cx="0" cy="0"/>
        </a:xfrm>
      </p:grpSpPr>
      <p:sp>
        <p:nvSpPr>
          <p:cNvPr id="19" name="Google Shape;19;p3"/>
          <p:cNvSpPr txBox="1"/>
          <p:nvPr>
            <p:ph idx="11" type="ftr"/>
          </p:nvPr>
        </p:nvSpPr>
        <p:spPr>
          <a:xfrm>
            <a:off x="2109903" y="3090028"/>
            <a:ext cx="1619250"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0" type="dt"/>
          </p:nvPr>
        </p:nvSpPr>
        <p:spPr>
          <a:xfrm>
            <a:off x="4533966" y="3051205"/>
            <a:ext cx="1048385"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2" type="sldNum"/>
          </p:nvPr>
        </p:nvSpPr>
        <p:spPr>
          <a:xfrm>
            <a:off x="133624" y="3067276"/>
            <a:ext cx="245110" cy="19050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1000">
                <a:solidFill>
                  <a:schemeClr val="lt1"/>
                </a:solidFill>
                <a:latin typeface="Tahoma"/>
                <a:ea typeface="Tahoma"/>
                <a:cs typeface="Tahoma"/>
                <a:sym typeface="Tahoma"/>
              </a:defRPr>
            </a:lvl1pPr>
            <a:lvl2pPr indent="0" lvl="1" marL="38100">
              <a:lnSpc>
                <a:spcPct val="100000"/>
              </a:lnSpc>
              <a:spcBef>
                <a:spcPts val="0"/>
              </a:spcBef>
              <a:buNone/>
              <a:defRPr b="0" i="0" sz="1000">
                <a:solidFill>
                  <a:schemeClr val="lt1"/>
                </a:solidFill>
                <a:latin typeface="Tahoma"/>
                <a:ea typeface="Tahoma"/>
                <a:cs typeface="Tahoma"/>
                <a:sym typeface="Tahoma"/>
              </a:defRPr>
            </a:lvl2pPr>
            <a:lvl3pPr indent="0" lvl="2" marL="38100">
              <a:lnSpc>
                <a:spcPct val="100000"/>
              </a:lnSpc>
              <a:spcBef>
                <a:spcPts val="0"/>
              </a:spcBef>
              <a:buNone/>
              <a:defRPr b="0" i="0" sz="1000">
                <a:solidFill>
                  <a:schemeClr val="lt1"/>
                </a:solidFill>
                <a:latin typeface="Tahoma"/>
                <a:ea typeface="Tahoma"/>
                <a:cs typeface="Tahoma"/>
                <a:sym typeface="Tahoma"/>
              </a:defRPr>
            </a:lvl3pPr>
            <a:lvl4pPr indent="0" lvl="3" marL="38100">
              <a:lnSpc>
                <a:spcPct val="100000"/>
              </a:lnSpc>
              <a:spcBef>
                <a:spcPts val="0"/>
              </a:spcBef>
              <a:buNone/>
              <a:defRPr b="0" i="0" sz="1000">
                <a:solidFill>
                  <a:schemeClr val="lt1"/>
                </a:solidFill>
                <a:latin typeface="Tahoma"/>
                <a:ea typeface="Tahoma"/>
                <a:cs typeface="Tahoma"/>
                <a:sym typeface="Tahoma"/>
              </a:defRPr>
            </a:lvl4pPr>
            <a:lvl5pPr indent="0" lvl="4" marL="38100">
              <a:lnSpc>
                <a:spcPct val="100000"/>
              </a:lnSpc>
              <a:spcBef>
                <a:spcPts val="0"/>
              </a:spcBef>
              <a:buNone/>
              <a:defRPr b="0" i="0" sz="1000">
                <a:solidFill>
                  <a:schemeClr val="lt1"/>
                </a:solidFill>
                <a:latin typeface="Tahoma"/>
                <a:ea typeface="Tahoma"/>
                <a:cs typeface="Tahoma"/>
                <a:sym typeface="Tahoma"/>
              </a:defRPr>
            </a:lvl5pPr>
            <a:lvl6pPr indent="0" lvl="5" marL="38100">
              <a:lnSpc>
                <a:spcPct val="100000"/>
              </a:lnSpc>
              <a:spcBef>
                <a:spcPts val="0"/>
              </a:spcBef>
              <a:buNone/>
              <a:defRPr b="0" i="0" sz="1000">
                <a:solidFill>
                  <a:schemeClr val="lt1"/>
                </a:solidFill>
                <a:latin typeface="Tahoma"/>
                <a:ea typeface="Tahoma"/>
                <a:cs typeface="Tahoma"/>
                <a:sym typeface="Tahoma"/>
              </a:defRPr>
            </a:lvl6pPr>
            <a:lvl7pPr indent="0" lvl="6" marL="38100">
              <a:lnSpc>
                <a:spcPct val="100000"/>
              </a:lnSpc>
              <a:spcBef>
                <a:spcPts val="0"/>
              </a:spcBef>
              <a:buNone/>
              <a:defRPr b="0" i="0" sz="1000">
                <a:solidFill>
                  <a:schemeClr val="lt1"/>
                </a:solidFill>
                <a:latin typeface="Tahoma"/>
                <a:ea typeface="Tahoma"/>
                <a:cs typeface="Tahoma"/>
                <a:sym typeface="Tahoma"/>
              </a:defRPr>
            </a:lvl7pPr>
            <a:lvl8pPr indent="0" lvl="7" marL="38100">
              <a:lnSpc>
                <a:spcPct val="100000"/>
              </a:lnSpc>
              <a:spcBef>
                <a:spcPts val="0"/>
              </a:spcBef>
              <a:buNone/>
              <a:defRPr b="0" i="0" sz="1000">
                <a:solidFill>
                  <a:schemeClr val="lt1"/>
                </a:solidFill>
                <a:latin typeface="Tahoma"/>
                <a:ea typeface="Tahoma"/>
                <a:cs typeface="Tahoma"/>
                <a:sym typeface="Tahoma"/>
              </a:defRPr>
            </a:lvl8pPr>
            <a:lvl9pPr indent="0" lvl="8" marL="38100">
              <a:lnSpc>
                <a:spcPct val="100000"/>
              </a:lnSpc>
              <a:spcBef>
                <a:spcPts val="0"/>
              </a:spcBef>
              <a:buNone/>
              <a:defRPr b="0" i="0" sz="1000">
                <a:solidFill>
                  <a:schemeClr val="lt1"/>
                </a:solidFill>
                <a:latin typeface="Tahoma"/>
                <a:ea typeface="Tahoma"/>
                <a:cs typeface="Tahoma"/>
                <a:sym typeface="Tahoma"/>
              </a:defRPr>
            </a:lvl9pPr>
          </a:lstStyle>
          <a:p>
            <a:pPr indent="0" lvl="0" marL="38100" rtl="0" algn="l">
              <a:spcBef>
                <a:spcPts val="0"/>
              </a:spcBef>
              <a:spcAft>
                <a:spcPts val="0"/>
              </a:spcAft>
              <a:buNone/>
            </a:pPr>
            <a:fld id="{00000000-1234-1234-1234-123412341234}" type="slidenum">
              <a:rPr lang="en-US"/>
              <a:t>‹#›</a:t>
            </a:fld>
            <a:r>
              <a:rPr lang="en-US"/>
              <a:t>/9</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22" name="Shape 22"/>
        <p:cNvGrpSpPr/>
        <p:nvPr/>
      </p:nvGrpSpPr>
      <p:grpSpPr>
        <a:xfrm>
          <a:off x="0" y="0"/>
          <a:ext cx="0" cy="0"/>
          <a:chOff x="0" y="0"/>
          <a:chExt cx="0" cy="0"/>
        </a:xfrm>
      </p:grpSpPr>
      <p:pic>
        <p:nvPicPr>
          <p:cNvPr id="23" name="Google Shape;23;p4"/>
          <p:cNvPicPr preferRelativeResize="0"/>
          <p:nvPr/>
        </p:nvPicPr>
        <p:blipFill rotWithShape="1">
          <a:blip r:embed="rId2">
            <a:alphaModFix/>
          </a:blip>
          <a:srcRect b="0" l="0" r="0" t="0"/>
          <a:stretch/>
        </p:blipFill>
        <p:spPr>
          <a:xfrm>
            <a:off x="0" y="0"/>
            <a:ext cx="5760387" cy="3236792"/>
          </a:xfrm>
          <a:prstGeom prst="rect">
            <a:avLst/>
          </a:prstGeom>
          <a:noFill/>
          <a:ln>
            <a:noFill/>
          </a:ln>
        </p:spPr>
      </p:pic>
      <p:sp>
        <p:nvSpPr>
          <p:cNvPr id="24" name="Google Shape;24;p4"/>
          <p:cNvSpPr/>
          <p:nvPr/>
        </p:nvSpPr>
        <p:spPr>
          <a:xfrm>
            <a:off x="323679" y="483896"/>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25" name="Google Shape;25;p4"/>
          <p:cNvPicPr preferRelativeResize="0"/>
          <p:nvPr/>
        </p:nvPicPr>
        <p:blipFill rotWithShape="1">
          <a:blip r:embed="rId3">
            <a:alphaModFix/>
          </a:blip>
          <a:srcRect b="0" l="0" r="0" t="0"/>
          <a:stretch/>
        </p:blipFill>
        <p:spPr>
          <a:xfrm>
            <a:off x="0" y="3020719"/>
            <a:ext cx="5762625" cy="217780"/>
          </a:xfrm>
          <a:prstGeom prst="rect">
            <a:avLst/>
          </a:prstGeom>
          <a:noFill/>
          <a:ln>
            <a:noFill/>
          </a:ln>
        </p:spPr>
      </p:pic>
      <p:pic>
        <p:nvPicPr>
          <p:cNvPr id="26" name="Google Shape;26;p4"/>
          <p:cNvPicPr preferRelativeResize="0"/>
          <p:nvPr/>
        </p:nvPicPr>
        <p:blipFill rotWithShape="1">
          <a:blip r:embed="rId4">
            <a:alphaModFix/>
          </a:blip>
          <a:srcRect b="0" l="0" r="0" t="0"/>
          <a:stretch/>
        </p:blipFill>
        <p:spPr>
          <a:xfrm>
            <a:off x="4736800" y="2720097"/>
            <a:ext cx="883518" cy="287761"/>
          </a:xfrm>
          <a:prstGeom prst="rect">
            <a:avLst/>
          </a:prstGeom>
          <a:noFill/>
          <a:ln>
            <a:noFill/>
          </a:ln>
        </p:spPr>
      </p:pic>
      <p:pic>
        <p:nvPicPr>
          <p:cNvPr id="27" name="Google Shape;27;p4"/>
          <p:cNvPicPr preferRelativeResize="0"/>
          <p:nvPr/>
        </p:nvPicPr>
        <p:blipFill rotWithShape="1">
          <a:blip r:embed="rId5">
            <a:alphaModFix/>
          </a:blip>
          <a:srcRect b="0" l="0" r="0" t="0"/>
          <a:stretch/>
        </p:blipFill>
        <p:spPr>
          <a:xfrm>
            <a:off x="323679" y="785475"/>
            <a:ext cx="4588198" cy="228458"/>
          </a:xfrm>
          <a:prstGeom prst="rect">
            <a:avLst/>
          </a:prstGeom>
          <a:noFill/>
          <a:ln>
            <a:noFill/>
          </a:ln>
        </p:spPr>
      </p:pic>
      <p:pic>
        <p:nvPicPr>
          <p:cNvPr id="28" name="Google Shape;28;p4"/>
          <p:cNvPicPr preferRelativeResize="0"/>
          <p:nvPr/>
        </p:nvPicPr>
        <p:blipFill rotWithShape="1">
          <a:blip r:embed="rId6">
            <a:alphaModFix/>
          </a:blip>
          <a:srcRect b="0" l="0" r="0" t="0"/>
          <a:stretch/>
        </p:blipFill>
        <p:spPr>
          <a:xfrm>
            <a:off x="323679" y="139357"/>
            <a:ext cx="323648" cy="295091"/>
          </a:xfrm>
          <a:prstGeom prst="rect">
            <a:avLst/>
          </a:prstGeom>
          <a:noFill/>
          <a:ln>
            <a:noFill/>
          </a:ln>
        </p:spPr>
      </p:pic>
      <p:sp>
        <p:nvSpPr>
          <p:cNvPr id="29" name="Google Shape;29;p4"/>
          <p:cNvSpPr/>
          <p:nvPr/>
        </p:nvSpPr>
        <p:spPr>
          <a:xfrm>
            <a:off x="323679" y="1074705"/>
            <a:ext cx="5115560" cy="0"/>
          </a:xfrm>
          <a:custGeom>
            <a:rect b="b" l="l" r="r" t="t"/>
            <a:pathLst>
              <a:path extrusionOk="0" h="120000" w="5115560">
                <a:moveTo>
                  <a:pt x="0" y="0"/>
                </a:moveTo>
                <a:lnTo>
                  <a:pt x="5115266" y="0"/>
                </a:lnTo>
              </a:path>
            </a:pathLst>
          </a:custGeom>
          <a:noFill/>
          <a:ln cap="flat" cmpd="sng" w="19025">
            <a:solidFill>
              <a:srgbClr val="8300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 name="Google Shape;30;p4"/>
          <p:cNvSpPr txBox="1"/>
          <p:nvPr>
            <p:ph type="title"/>
          </p:nvPr>
        </p:nvSpPr>
        <p:spPr>
          <a:xfrm>
            <a:off x="677509" y="170059"/>
            <a:ext cx="1931670" cy="2076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200">
                <a:solidFill>
                  <a:srgbClr val="A50033"/>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310979" y="1117544"/>
            <a:ext cx="1438275" cy="178752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1100">
                <a:solidFill>
                  <a:srgbClr val="A50033"/>
                </a:solidFill>
                <a:latin typeface="Tahoma"/>
                <a:ea typeface="Tahoma"/>
                <a:cs typeface="Tahoma"/>
                <a:sym typeface="Tahom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4"/>
          <p:cNvSpPr txBox="1"/>
          <p:nvPr>
            <p:ph idx="2" type="body"/>
          </p:nvPr>
        </p:nvSpPr>
        <p:spPr>
          <a:xfrm>
            <a:off x="2969387" y="744855"/>
            <a:ext cx="2508123" cy="21374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4"/>
          <p:cNvSpPr txBox="1"/>
          <p:nvPr>
            <p:ph idx="11" type="ftr"/>
          </p:nvPr>
        </p:nvSpPr>
        <p:spPr>
          <a:xfrm>
            <a:off x="2109903" y="3090028"/>
            <a:ext cx="1619250"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
          <p:cNvSpPr txBox="1"/>
          <p:nvPr>
            <p:ph idx="10" type="dt"/>
          </p:nvPr>
        </p:nvSpPr>
        <p:spPr>
          <a:xfrm>
            <a:off x="4533966" y="3051205"/>
            <a:ext cx="1048385"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
          <p:cNvSpPr txBox="1"/>
          <p:nvPr>
            <p:ph idx="12" type="sldNum"/>
          </p:nvPr>
        </p:nvSpPr>
        <p:spPr>
          <a:xfrm>
            <a:off x="133624" y="3067276"/>
            <a:ext cx="245110" cy="19050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1000">
                <a:solidFill>
                  <a:schemeClr val="lt1"/>
                </a:solidFill>
                <a:latin typeface="Tahoma"/>
                <a:ea typeface="Tahoma"/>
                <a:cs typeface="Tahoma"/>
                <a:sym typeface="Tahoma"/>
              </a:defRPr>
            </a:lvl1pPr>
            <a:lvl2pPr indent="0" lvl="1" marL="38100">
              <a:lnSpc>
                <a:spcPct val="100000"/>
              </a:lnSpc>
              <a:spcBef>
                <a:spcPts val="0"/>
              </a:spcBef>
              <a:buNone/>
              <a:defRPr b="0" i="0" sz="1000">
                <a:solidFill>
                  <a:schemeClr val="lt1"/>
                </a:solidFill>
                <a:latin typeface="Tahoma"/>
                <a:ea typeface="Tahoma"/>
                <a:cs typeface="Tahoma"/>
                <a:sym typeface="Tahoma"/>
              </a:defRPr>
            </a:lvl2pPr>
            <a:lvl3pPr indent="0" lvl="2" marL="38100">
              <a:lnSpc>
                <a:spcPct val="100000"/>
              </a:lnSpc>
              <a:spcBef>
                <a:spcPts val="0"/>
              </a:spcBef>
              <a:buNone/>
              <a:defRPr b="0" i="0" sz="1000">
                <a:solidFill>
                  <a:schemeClr val="lt1"/>
                </a:solidFill>
                <a:latin typeface="Tahoma"/>
                <a:ea typeface="Tahoma"/>
                <a:cs typeface="Tahoma"/>
                <a:sym typeface="Tahoma"/>
              </a:defRPr>
            </a:lvl3pPr>
            <a:lvl4pPr indent="0" lvl="3" marL="38100">
              <a:lnSpc>
                <a:spcPct val="100000"/>
              </a:lnSpc>
              <a:spcBef>
                <a:spcPts val="0"/>
              </a:spcBef>
              <a:buNone/>
              <a:defRPr b="0" i="0" sz="1000">
                <a:solidFill>
                  <a:schemeClr val="lt1"/>
                </a:solidFill>
                <a:latin typeface="Tahoma"/>
                <a:ea typeface="Tahoma"/>
                <a:cs typeface="Tahoma"/>
                <a:sym typeface="Tahoma"/>
              </a:defRPr>
            </a:lvl4pPr>
            <a:lvl5pPr indent="0" lvl="4" marL="38100">
              <a:lnSpc>
                <a:spcPct val="100000"/>
              </a:lnSpc>
              <a:spcBef>
                <a:spcPts val="0"/>
              </a:spcBef>
              <a:buNone/>
              <a:defRPr b="0" i="0" sz="1000">
                <a:solidFill>
                  <a:schemeClr val="lt1"/>
                </a:solidFill>
                <a:latin typeface="Tahoma"/>
                <a:ea typeface="Tahoma"/>
                <a:cs typeface="Tahoma"/>
                <a:sym typeface="Tahoma"/>
              </a:defRPr>
            </a:lvl5pPr>
            <a:lvl6pPr indent="0" lvl="5" marL="38100">
              <a:lnSpc>
                <a:spcPct val="100000"/>
              </a:lnSpc>
              <a:spcBef>
                <a:spcPts val="0"/>
              </a:spcBef>
              <a:buNone/>
              <a:defRPr b="0" i="0" sz="1000">
                <a:solidFill>
                  <a:schemeClr val="lt1"/>
                </a:solidFill>
                <a:latin typeface="Tahoma"/>
                <a:ea typeface="Tahoma"/>
                <a:cs typeface="Tahoma"/>
                <a:sym typeface="Tahoma"/>
              </a:defRPr>
            </a:lvl6pPr>
            <a:lvl7pPr indent="0" lvl="6" marL="38100">
              <a:lnSpc>
                <a:spcPct val="100000"/>
              </a:lnSpc>
              <a:spcBef>
                <a:spcPts val="0"/>
              </a:spcBef>
              <a:buNone/>
              <a:defRPr b="0" i="0" sz="1000">
                <a:solidFill>
                  <a:schemeClr val="lt1"/>
                </a:solidFill>
                <a:latin typeface="Tahoma"/>
                <a:ea typeface="Tahoma"/>
                <a:cs typeface="Tahoma"/>
                <a:sym typeface="Tahoma"/>
              </a:defRPr>
            </a:lvl7pPr>
            <a:lvl8pPr indent="0" lvl="7" marL="38100">
              <a:lnSpc>
                <a:spcPct val="100000"/>
              </a:lnSpc>
              <a:spcBef>
                <a:spcPts val="0"/>
              </a:spcBef>
              <a:buNone/>
              <a:defRPr b="0" i="0" sz="1000">
                <a:solidFill>
                  <a:schemeClr val="lt1"/>
                </a:solidFill>
                <a:latin typeface="Tahoma"/>
                <a:ea typeface="Tahoma"/>
                <a:cs typeface="Tahoma"/>
                <a:sym typeface="Tahoma"/>
              </a:defRPr>
            </a:lvl8pPr>
            <a:lvl9pPr indent="0" lvl="8" marL="38100">
              <a:lnSpc>
                <a:spcPct val="100000"/>
              </a:lnSpc>
              <a:spcBef>
                <a:spcPts val="0"/>
              </a:spcBef>
              <a:buNone/>
              <a:defRPr b="0" i="0" sz="1000">
                <a:solidFill>
                  <a:schemeClr val="lt1"/>
                </a:solidFill>
                <a:latin typeface="Tahoma"/>
                <a:ea typeface="Tahoma"/>
                <a:cs typeface="Tahoma"/>
                <a:sym typeface="Tahoma"/>
              </a:defRPr>
            </a:lvl9pPr>
          </a:lstStyle>
          <a:p>
            <a:pPr indent="0" lvl="0" marL="38100" rtl="0" algn="l">
              <a:spcBef>
                <a:spcPts val="0"/>
              </a:spcBef>
              <a:spcAft>
                <a:spcPts val="0"/>
              </a:spcAft>
              <a:buNone/>
            </a:pPr>
            <a:fld id="{00000000-1234-1234-1234-123412341234}" type="slidenum">
              <a:rPr lang="en-US"/>
              <a:t>‹#›</a:t>
            </a:fld>
            <a:r>
              <a:rPr lang="en-US"/>
              <a:t>/9</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0" r="0" t="0"/>
          <a:stretch/>
        </p:blipFill>
        <p:spPr>
          <a:xfrm>
            <a:off x="0" y="0"/>
            <a:ext cx="5760387" cy="3236792"/>
          </a:xfrm>
          <a:prstGeom prst="rect">
            <a:avLst/>
          </a:prstGeom>
          <a:noFill/>
          <a:ln>
            <a:noFill/>
          </a:ln>
        </p:spPr>
      </p:pic>
      <p:sp>
        <p:nvSpPr>
          <p:cNvPr id="38" name="Google Shape;38;p5"/>
          <p:cNvSpPr/>
          <p:nvPr/>
        </p:nvSpPr>
        <p:spPr>
          <a:xfrm>
            <a:off x="323679" y="483896"/>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9" name="Google Shape;39;p5"/>
          <p:cNvPicPr preferRelativeResize="0"/>
          <p:nvPr/>
        </p:nvPicPr>
        <p:blipFill rotWithShape="1">
          <a:blip r:embed="rId3">
            <a:alphaModFix/>
          </a:blip>
          <a:srcRect b="0" l="0" r="0" t="0"/>
          <a:stretch/>
        </p:blipFill>
        <p:spPr>
          <a:xfrm>
            <a:off x="0" y="3020719"/>
            <a:ext cx="5762625" cy="217780"/>
          </a:xfrm>
          <a:prstGeom prst="rect">
            <a:avLst/>
          </a:prstGeom>
          <a:noFill/>
          <a:ln>
            <a:noFill/>
          </a:ln>
        </p:spPr>
      </p:pic>
      <p:pic>
        <p:nvPicPr>
          <p:cNvPr id="40" name="Google Shape;40;p5"/>
          <p:cNvPicPr preferRelativeResize="0"/>
          <p:nvPr/>
        </p:nvPicPr>
        <p:blipFill rotWithShape="1">
          <a:blip r:embed="rId4">
            <a:alphaModFix/>
          </a:blip>
          <a:srcRect b="0" l="0" r="0" t="0"/>
          <a:stretch/>
        </p:blipFill>
        <p:spPr>
          <a:xfrm>
            <a:off x="4736800" y="2720097"/>
            <a:ext cx="883518" cy="287761"/>
          </a:xfrm>
          <a:prstGeom prst="rect">
            <a:avLst/>
          </a:prstGeom>
          <a:noFill/>
          <a:ln>
            <a:noFill/>
          </a:ln>
        </p:spPr>
      </p:pic>
      <p:sp>
        <p:nvSpPr>
          <p:cNvPr id="41" name="Google Shape;41;p5"/>
          <p:cNvSpPr/>
          <p:nvPr/>
        </p:nvSpPr>
        <p:spPr>
          <a:xfrm>
            <a:off x="323672" y="215290"/>
            <a:ext cx="41275" cy="95885"/>
          </a:xfrm>
          <a:custGeom>
            <a:rect b="b" l="l" r="r" t="t"/>
            <a:pathLst>
              <a:path extrusionOk="0" h="95885" w="41275">
                <a:moveTo>
                  <a:pt x="33769" y="44208"/>
                </a:moveTo>
                <a:lnTo>
                  <a:pt x="30746" y="41186"/>
                </a:lnTo>
                <a:lnTo>
                  <a:pt x="3022" y="41186"/>
                </a:lnTo>
                <a:lnTo>
                  <a:pt x="0" y="44208"/>
                </a:lnTo>
                <a:lnTo>
                  <a:pt x="0" y="51676"/>
                </a:lnTo>
                <a:lnTo>
                  <a:pt x="3022" y="54698"/>
                </a:lnTo>
                <a:lnTo>
                  <a:pt x="30746" y="54698"/>
                </a:lnTo>
                <a:lnTo>
                  <a:pt x="33769" y="51676"/>
                </a:lnTo>
                <a:lnTo>
                  <a:pt x="33769" y="47942"/>
                </a:lnTo>
                <a:lnTo>
                  <a:pt x="33769" y="44208"/>
                </a:lnTo>
                <a:close/>
              </a:path>
              <a:path extrusionOk="0" h="95885" w="41275">
                <a:moveTo>
                  <a:pt x="41186" y="71996"/>
                </a:moveTo>
                <a:lnTo>
                  <a:pt x="35915" y="66725"/>
                </a:lnTo>
                <a:lnTo>
                  <a:pt x="31635" y="66725"/>
                </a:lnTo>
                <a:lnTo>
                  <a:pt x="28994" y="69367"/>
                </a:lnTo>
                <a:lnTo>
                  <a:pt x="12026" y="86321"/>
                </a:lnTo>
                <a:lnTo>
                  <a:pt x="12026" y="90601"/>
                </a:lnTo>
                <a:lnTo>
                  <a:pt x="17310" y="95885"/>
                </a:lnTo>
                <a:lnTo>
                  <a:pt x="21577" y="95885"/>
                </a:lnTo>
                <a:lnTo>
                  <a:pt x="41186" y="76276"/>
                </a:lnTo>
                <a:lnTo>
                  <a:pt x="41186" y="71996"/>
                </a:lnTo>
                <a:close/>
              </a:path>
              <a:path extrusionOk="0" h="95885" w="41275">
                <a:moveTo>
                  <a:pt x="41186" y="19608"/>
                </a:moveTo>
                <a:lnTo>
                  <a:pt x="24218" y="2641"/>
                </a:lnTo>
                <a:lnTo>
                  <a:pt x="21577" y="0"/>
                </a:lnTo>
                <a:lnTo>
                  <a:pt x="17310" y="0"/>
                </a:lnTo>
                <a:lnTo>
                  <a:pt x="12026" y="5270"/>
                </a:lnTo>
                <a:lnTo>
                  <a:pt x="12026" y="9550"/>
                </a:lnTo>
                <a:lnTo>
                  <a:pt x="31635" y="29159"/>
                </a:lnTo>
                <a:lnTo>
                  <a:pt x="35915" y="29159"/>
                </a:lnTo>
                <a:lnTo>
                  <a:pt x="41186" y="23876"/>
                </a:lnTo>
                <a:lnTo>
                  <a:pt x="41186" y="19608"/>
                </a:lnTo>
                <a:close/>
              </a:path>
            </a:pathLst>
          </a:custGeom>
          <a:solidFill>
            <a:srgbClr val="8300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 name="Google Shape;42;p5"/>
          <p:cNvSpPr/>
          <p:nvPr/>
        </p:nvSpPr>
        <p:spPr>
          <a:xfrm>
            <a:off x="398653" y="114630"/>
            <a:ext cx="269875" cy="344805"/>
          </a:xfrm>
          <a:custGeom>
            <a:rect b="b" l="l" r="r" t="t"/>
            <a:pathLst>
              <a:path extrusionOk="0" h="344805" w="269875">
                <a:moveTo>
                  <a:pt x="194170" y="47675"/>
                </a:moveTo>
                <a:lnTo>
                  <a:pt x="188887" y="42405"/>
                </a:lnTo>
                <a:lnTo>
                  <a:pt x="184607" y="42405"/>
                </a:lnTo>
                <a:lnTo>
                  <a:pt x="181978" y="45046"/>
                </a:lnTo>
                <a:lnTo>
                  <a:pt x="151295" y="75730"/>
                </a:lnTo>
                <a:lnTo>
                  <a:pt x="138226" y="62661"/>
                </a:lnTo>
                <a:lnTo>
                  <a:pt x="133959" y="62661"/>
                </a:lnTo>
                <a:lnTo>
                  <a:pt x="128676" y="67945"/>
                </a:lnTo>
                <a:lnTo>
                  <a:pt x="128676" y="72224"/>
                </a:lnTo>
                <a:lnTo>
                  <a:pt x="149148" y="92697"/>
                </a:lnTo>
                <a:lnTo>
                  <a:pt x="153428" y="92697"/>
                </a:lnTo>
                <a:lnTo>
                  <a:pt x="194170" y="51955"/>
                </a:lnTo>
                <a:lnTo>
                  <a:pt x="194170" y="47675"/>
                </a:lnTo>
                <a:close/>
              </a:path>
              <a:path extrusionOk="0" h="344805" w="269875">
                <a:moveTo>
                  <a:pt x="228968" y="67551"/>
                </a:moveTo>
                <a:lnTo>
                  <a:pt x="223647" y="41287"/>
                </a:lnTo>
                <a:lnTo>
                  <a:pt x="215455" y="29159"/>
                </a:lnTo>
                <a:lnTo>
                  <a:pt x="215455" y="67551"/>
                </a:lnTo>
                <a:lnTo>
                  <a:pt x="215392" y="67843"/>
                </a:lnTo>
                <a:lnTo>
                  <a:pt x="211201" y="88557"/>
                </a:lnTo>
                <a:lnTo>
                  <a:pt x="199618" y="105740"/>
                </a:lnTo>
                <a:lnTo>
                  <a:pt x="182435" y="117335"/>
                </a:lnTo>
                <a:lnTo>
                  <a:pt x="161417" y="121577"/>
                </a:lnTo>
                <a:lnTo>
                  <a:pt x="161124" y="121526"/>
                </a:lnTo>
                <a:lnTo>
                  <a:pt x="161124" y="148285"/>
                </a:lnTo>
                <a:lnTo>
                  <a:pt x="158813" y="161239"/>
                </a:lnTo>
                <a:lnTo>
                  <a:pt x="154292" y="173596"/>
                </a:lnTo>
                <a:lnTo>
                  <a:pt x="147510" y="185166"/>
                </a:lnTo>
                <a:lnTo>
                  <a:pt x="134696" y="206006"/>
                </a:lnTo>
                <a:lnTo>
                  <a:pt x="127647" y="222097"/>
                </a:lnTo>
                <a:lnTo>
                  <a:pt x="127647" y="300926"/>
                </a:lnTo>
                <a:lnTo>
                  <a:pt x="124625" y="303949"/>
                </a:lnTo>
                <a:lnTo>
                  <a:pt x="106235" y="303949"/>
                </a:lnTo>
                <a:lnTo>
                  <a:pt x="106235" y="317461"/>
                </a:lnTo>
                <a:lnTo>
                  <a:pt x="103441" y="325323"/>
                </a:lnTo>
                <a:lnTo>
                  <a:pt x="95935" y="330962"/>
                </a:lnTo>
                <a:lnTo>
                  <a:pt x="78320" y="330962"/>
                </a:lnTo>
                <a:lnTo>
                  <a:pt x="70802" y="325323"/>
                </a:lnTo>
                <a:lnTo>
                  <a:pt x="68021" y="317461"/>
                </a:lnTo>
                <a:lnTo>
                  <a:pt x="106235" y="317461"/>
                </a:lnTo>
                <a:lnTo>
                  <a:pt x="106235" y="303949"/>
                </a:lnTo>
                <a:lnTo>
                  <a:pt x="49631" y="303949"/>
                </a:lnTo>
                <a:lnTo>
                  <a:pt x="46596" y="300926"/>
                </a:lnTo>
                <a:lnTo>
                  <a:pt x="46596" y="293471"/>
                </a:lnTo>
                <a:lnTo>
                  <a:pt x="49631" y="290436"/>
                </a:lnTo>
                <a:lnTo>
                  <a:pt x="124612" y="290436"/>
                </a:lnTo>
                <a:lnTo>
                  <a:pt x="127609" y="293471"/>
                </a:lnTo>
                <a:lnTo>
                  <a:pt x="127647" y="300926"/>
                </a:lnTo>
                <a:lnTo>
                  <a:pt x="127647" y="222097"/>
                </a:lnTo>
                <a:lnTo>
                  <a:pt x="124828" y="228523"/>
                </a:lnTo>
                <a:lnTo>
                  <a:pt x="118110" y="252260"/>
                </a:lnTo>
                <a:lnTo>
                  <a:pt x="118046" y="252717"/>
                </a:lnTo>
                <a:lnTo>
                  <a:pt x="114630" y="276936"/>
                </a:lnTo>
                <a:lnTo>
                  <a:pt x="93878" y="276936"/>
                </a:lnTo>
                <a:lnTo>
                  <a:pt x="93878" y="208534"/>
                </a:lnTo>
                <a:lnTo>
                  <a:pt x="101955" y="204939"/>
                </a:lnTo>
                <a:lnTo>
                  <a:pt x="108369" y="199034"/>
                </a:lnTo>
                <a:lnTo>
                  <a:pt x="110109" y="195884"/>
                </a:lnTo>
                <a:lnTo>
                  <a:pt x="112610" y="191338"/>
                </a:lnTo>
                <a:lnTo>
                  <a:pt x="114147" y="182372"/>
                </a:lnTo>
                <a:lnTo>
                  <a:pt x="112014" y="171869"/>
                </a:lnTo>
                <a:lnTo>
                  <a:pt x="109994" y="168859"/>
                </a:lnTo>
                <a:lnTo>
                  <a:pt x="106222" y="163271"/>
                </a:lnTo>
                <a:lnTo>
                  <a:pt x="100634" y="159512"/>
                </a:lnTo>
                <a:lnTo>
                  <a:pt x="100634" y="174929"/>
                </a:lnTo>
                <a:lnTo>
                  <a:pt x="100634" y="189826"/>
                </a:lnTo>
                <a:lnTo>
                  <a:pt x="94576" y="195884"/>
                </a:lnTo>
                <a:lnTo>
                  <a:pt x="79679" y="195884"/>
                </a:lnTo>
                <a:lnTo>
                  <a:pt x="73621" y="189826"/>
                </a:lnTo>
                <a:lnTo>
                  <a:pt x="73621" y="174929"/>
                </a:lnTo>
                <a:lnTo>
                  <a:pt x="79679" y="168859"/>
                </a:lnTo>
                <a:lnTo>
                  <a:pt x="94576" y="168859"/>
                </a:lnTo>
                <a:lnTo>
                  <a:pt x="100634" y="174929"/>
                </a:lnTo>
                <a:lnTo>
                  <a:pt x="100634" y="159512"/>
                </a:lnTo>
                <a:lnTo>
                  <a:pt x="97624" y="157480"/>
                </a:lnTo>
                <a:lnTo>
                  <a:pt x="87122" y="155359"/>
                </a:lnTo>
                <a:lnTo>
                  <a:pt x="76619" y="157480"/>
                </a:lnTo>
                <a:lnTo>
                  <a:pt x="68033" y="163271"/>
                </a:lnTo>
                <a:lnTo>
                  <a:pt x="62230" y="171869"/>
                </a:lnTo>
                <a:lnTo>
                  <a:pt x="60109" y="182372"/>
                </a:lnTo>
                <a:lnTo>
                  <a:pt x="61633" y="191338"/>
                </a:lnTo>
                <a:lnTo>
                  <a:pt x="65874" y="199034"/>
                </a:lnTo>
                <a:lnTo>
                  <a:pt x="72288" y="204939"/>
                </a:lnTo>
                <a:lnTo>
                  <a:pt x="80365" y="208534"/>
                </a:lnTo>
                <a:lnTo>
                  <a:pt x="80365" y="276936"/>
                </a:lnTo>
                <a:lnTo>
                  <a:pt x="59829" y="276936"/>
                </a:lnTo>
                <a:lnTo>
                  <a:pt x="56642" y="252717"/>
                </a:lnTo>
                <a:lnTo>
                  <a:pt x="50012" y="229158"/>
                </a:lnTo>
                <a:lnTo>
                  <a:pt x="40017" y="206552"/>
                </a:lnTo>
                <a:lnTo>
                  <a:pt x="26758" y="185166"/>
                </a:lnTo>
                <a:lnTo>
                  <a:pt x="26670" y="185000"/>
                </a:lnTo>
                <a:lnTo>
                  <a:pt x="14998" y="159816"/>
                </a:lnTo>
                <a:lnTo>
                  <a:pt x="13398" y="132715"/>
                </a:lnTo>
                <a:lnTo>
                  <a:pt x="21691" y="106756"/>
                </a:lnTo>
                <a:lnTo>
                  <a:pt x="39649" y="84836"/>
                </a:lnTo>
                <a:lnTo>
                  <a:pt x="51816" y="76555"/>
                </a:lnTo>
                <a:lnTo>
                  <a:pt x="65163" y="70891"/>
                </a:lnTo>
                <a:lnTo>
                  <a:pt x="79857" y="67843"/>
                </a:lnTo>
                <a:lnTo>
                  <a:pt x="93878" y="67843"/>
                </a:lnTo>
                <a:lnTo>
                  <a:pt x="99250" y="93941"/>
                </a:lnTo>
                <a:lnTo>
                  <a:pt x="113677" y="115277"/>
                </a:lnTo>
                <a:lnTo>
                  <a:pt x="135026" y="129717"/>
                </a:lnTo>
                <a:lnTo>
                  <a:pt x="161112" y="135089"/>
                </a:lnTo>
                <a:lnTo>
                  <a:pt x="161124" y="148285"/>
                </a:lnTo>
                <a:lnTo>
                  <a:pt x="161124" y="121526"/>
                </a:lnTo>
                <a:lnTo>
                  <a:pt x="140411" y="117335"/>
                </a:lnTo>
                <a:lnTo>
                  <a:pt x="123228" y="105740"/>
                </a:lnTo>
                <a:lnTo>
                  <a:pt x="111645" y="88557"/>
                </a:lnTo>
                <a:lnTo>
                  <a:pt x="107442" y="67843"/>
                </a:lnTo>
                <a:lnTo>
                  <a:pt x="107391" y="67551"/>
                </a:lnTo>
                <a:lnTo>
                  <a:pt x="111645" y="46532"/>
                </a:lnTo>
                <a:lnTo>
                  <a:pt x="123228" y="29362"/>
                </a:lnTo>
                <a:lnTo>
                  <a:pt x="140411" y="17767"/>
                </a:lnTo>
                <a:lnTo>
                  <a:pt x="161417" y="13512"/>
                </a:lnTo>
                <a:lnTo>
                  <a:pt x="182435" y="17767"/>
                </a:lnTo>
                <a:lnTo>
                  <a:pt x="199618" y="29362"/>
                </a:lnTo>
                <a:lnTo>
                  <a:pt x="211201" y="46532"/>
                </a:lnTo>
                <a:lnTo>
                  <a:pt x="215455" y="67551"/>
                </a:lnTo>
                <a:lnTo>
                  <a:pt x="215455" y="29159"/>
                </a:lnTo>
                <a:lnTo>
                  <a:pt x="209156" y="19812"/>
                </a:lnTo>
                <a:lnTo>
                  <a:pt x="199834" y="13512"/>
                </a:lnTo>
                <a:lnTo>
                  <a:pt x="187693" y="5321"/>
                </a:lnTo>
                <a:lnTo>
                  <a:pt x="161417" y="0"/>
                </a:lnTo>
                <a:lnTo>
                  <a:pt x="138112" y="4152"/>
                </a:lnTo>
                <a:lnTo>
                  <a:pt x="118313" y="15582"/>
                </a:lnTo>
                <a:lnTo>
                  <a:pt x="103505" y="32842"/>
                </a:lnTo>
                <a:lnTo>
                  <a:pt x="95161" y="54406"/>
                </a:lnTo>
                <a:lnTo>
                  <a:pt x="78511" y="54406"/>
                </a:lnTo>
                <a:lnTo>
                  <a:pt x="30988" y="74460"/>
                </a:lnTo>
                <a:lnTo>
                  <a:pt x="0" y="131000"/>
                </a:lnTo>
                <a:lnTo>
                  <a:pt x="101" y="132715"/>
                </a:lnTo>
                <a:lnTo>
                  <a:pt x="165" y="133807"/>
                </a:lnTo>
                <a:lnTo>
                  <a:pt x="241" y="135089"/>
                </a:lnTo>
                <a:lnTo>
                  <a:pt x="1879" y="163055"/>
                </a:lnTo>
                <a:lnTo>
                  <a:pt x="1993" y="163271"/>
                </a:lnTo>
                <a:lnTo>
                  <a:pt x="15786" y="193052"/>
                </a:lnTo>
                <a:lnTo>
                  <a:pt x="28092" y="212902"/>
                </a:lnTo>
                <a:lnTo>
                  <a:pt x="37350" y="233883"/>
                </a:lnTo>
                <a:lnTo>
                  <a:pt x="43472" y="255727"/>
                </a:lnTo>
                <a:lnTo>
                  <a:pt x="46367" y="278180"/>
                </a:lnTo>
                <a:lnTo>
                  <a:pt x="38620" y="281025"/>
                </a:lnTo>
                <a:lnTo>
                  <a:pt x="38519" y="281165"/>
                </a:lnTo>
                <a:lnTo>
                  <a:pt x="33083" y="288480"/>
                </a:lnTo>
                <a:lnTo>
                  <a:pt x="33083" y="297192"/>
                </a:lnTo>
                <a:lnTo>
                  <a:pt x="34683" y="305079"/>
                </a:lnTo>
                <a:lnTo>
                  <a:pt x="39027" y="311518"/>
                </a:lnTo>
                <a:lnTo>
                  <a:pt x="45478" y="315861"/>
                </a:lnTo>
                <a:lnTo>
                  <a:pt x="53352" y="317461"/>
                </a:lnTo>
                <a:lnTo>
                  <a:pt x="54025" y="317461"/>
                </a:lnTo>
                <a:lnTo>
                  <a:pt x="58229" y="328180"/>
                </a:lnTo>
                <a:lnTo>
                  <a:pt x="65633" y="336740"/>
                </a:lnTo>
                <a:lnTo>
                  <a:pt x="75514" y="342417"/>
                </a:lnTo>
                <a:lnTo>
                  <a:pt x="87122" y="344474"/>
                </a:lnTo>
                <a:lnTo>
                  <a:pt x="98729" y="342417"/>
                </a:lnTo>
                <a:lnTo>
                  <a:pt x="108610" y="336740"/>
                </a:lnTo>
                <a:lnTo>
                  <a:pt x="113601" y="330962"/>
                </a:lnTo>
                <a:lnTo>
                  <a:pt x="116014" y="328180"/>
                </a:lnTo>
                <a:lnTo>
                  <a:pt x="120218" y="317461"/>
                </a:lnTo>
                <a:lnTo>
                  <a:pt x="120891" y="317461"/>
                </a:lnTo>
                <a:lnTo>
                  <a:pt x="128778" y="315861"/>
                </a:lnTo>
                <a:lnTo>
                  <a:pt x="135216" y="311518"/>
                </a:lnTo>
                <a:lnTo>
                  <a:pt x="139560" y="305079"/>
                </a:lnTo>
                <a:lnTo>
                  <a:pt x="139788" y="303949"/>
                </a:lnTo>
                <a:lnTo>
                  <a:pt x="141160" y="297192"/>
                </a:lnTo>
                <a:lnTo>
                  <a:pt x="141160" y="290436"/>
                </a:lnTo>
                <a:lnTo>
                  <a:pt x="141109" y="288480"/>
                </a:lnTo>
                <a:lnTo>
                  <a:pt x="135724" y="281165"/>
                </a:lnTo>
                <a:lnTo>
                  <a:pt x="127876" y="278180"/>
                </a:lnTo>
                <a:lnTo>
                  <a:pt x="128092" y="278180"/>
                </a:lnTo>
                <a:lnTo>
                  <a:pt x="128270" y="276936"/>
                </a:lnTo>
                <a:lnTo>
                  <a:pt x="131267" y="255320"/>
                </a:lnTo>
                <a:lnTo>
                  <a:pt x="137477" y="233273"/>
                </a:lnTo>
                <a:lnTo>
                  <a:pt x="146621" y="212356"/>
                </a:lnTo>
                <a:lnTo>
                  <a:pt x="158597" y="192862"/>
                </a:lnTo>
                <a:lnTo>
                  <a:pt x="166497" y="179362"/>
                </a:lnTo>
                <a:lnTo>
                  <a:pt x="171856" y="164744"/>
                </a:lnTo>
                <a:lnTo>
                  <a:pt x="174574" y="149415"/>
                </a:lnTo>
                <a:lnTo>
                  <a:pt x="174561" y="133807"/>
                </a:lnTo>
                <a:lnTo>
                  <a:pt x="196126" y="125476"/>
                </a:lnTo>
                <a:lnTo>
                  <a:pt x="200660" y="121577"/>
                </a:lnTo>
                <a:lnTo>
                  <a:pt x="213385" y="110655"/>
                </a:lnTo>
                <a:lnTo>
                  <a:pt x="224815" y="90855"/>
                </a:lnTo>
                <a:lnTo>
                  <a:pt x="228968" y="67551"/>
                </a:lnTo>
                <a:close/>
              </a:path>
              <a:path extrusionOk="0" h="344805" w="269875">
                <a:moveTo>
                  <a:pt x="257467" y="186994"/>
                </a:moveTo>
                <a:lnTo>
                  <a:pt x="240499" y="170027"/>
                </a:lnTo>
                <a:lnTo>
                  <a:pt x="237858" y="167386"/>
                </a:lnTo>
                <a:lnTo>
                  <a:pt x="233578" y="167386"/>
                </a:lnTo>
                <a:lnTo>
                  <a:pt x="228307" y="172656"/>
                </a:lnTo>
                <a:lnTo>
                  <a:pt x="228307" y="176936"/>
                </a:lnTo>
                <a:lnTo>
                  <a:pt x="247916" y="196545"/>
                </a:lnTo>
                <a:lnTo>
                  <a:pt x="252183" y="196545"/>
                </a:lnTo>
                <a:lnTo>
                  <a:pt x="257467" y="191262"/>
                </a:lnTo>
                <a:lnTo>
                  <a:pt x="257467" y="186994"/>
                </a:lnTo>
                <a:close/>
              </a:path>
              <a:path extrusionOk="0" h="344805" w="269875">
                <a:moveTo>
                  <a:pt x="257467" y="105930"/>
                </a:moveTo>
                <a:lnTo>
                  <a:pt x="252183" y="100660"/>
                </a:lnTo>
                <a:lnTo>
                  <a:pt x="247916" y="100660"/>
                </a:lnTo>
                <a:lnTo>
                  <a:pt x="228307" y="120269"/>
                </a:lnTo>
                <a:lnTo>
                  <a:pt x="228307" y="124536"/>
                </a:lnTo>
                <a:lnTo>
                  <a:pt x="230949" y="127177"/>
                </a:lnTo>
                <a:lnTo>
                  <a:pt x="233578" y="129819"/>
                </a:lnTo>
                <a:lnTo>
                  <a:pt x="237858" y="129819"/>
                </a:lnTo>
                <a:lnTo>
                  <a:pt x="257467" y="110210"/>
                </a:lnTo>
                <a:lnTo>
                  <a:pt x="257467" y="105930"/>
                </a:lnTo>
                <a:close/>
              </a:path>
              <a:path extrusionOk="0" h="344805" w="269875">
                <a:moveTo>
                  <a:pt x="269494" y="144868"/>
                </a:moveTo>
                <a:lnTo>
                  <a:pt x="266471" y="141846"/>
                </a:lnTo>
                <a:lnTo>
                  <a:pt x="262737" y="141846"/>
                </a:lnTo>
                <a:lnTo>
                  <a:pt x="238747" y="141846"/>
                </a:lnTo>
                <a:lnTo>
                  <a:pt x="235724" y="144868"/>
                </a:lnTo>
                <a:lnTo>
                  <a:pt x="235724" y="152336"/>
                </a:lnTo>
                <a:lnTo>
                  <a:pt x="238747" y="155359"/>
                </a:lnTo>
                <a:lnTo>
                  <a:pt x="266471" y="155359"/>
                </a:lnTo>
                <a:lnTo>
                  <a:pt x="269494" y="152336"/>
                </a:lnTo>
                <a:lnTo>
                  <a:pt x="269494" y="144868"/>
                </a:lnTo>
                <a:close/>
              </a:path>
            </a:pathLst>
          </a:custGeom>
          <a:solidFill>
            <a:srgbClr val="8300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 name="Google Shape;43;p5"/>
          <p:cNvSpPr txBox="1"/>
          <p:nvPr>
            <p:ph type="title"/>
          </p:nvPr>
        </p:nvSpPr>
        <p:spPr>
          <a:xfrm>
            <a:off x="677509" y="170059"/>
            <a:ext cx="1931670" cy="2076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200">
                <a:solidFill>
                  <a:srgbClr val="A50033"/>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
          <p:cNvSpPr txBox="1"/>
          <p:nvPr>
            <p:ph idx="1" type="body"/>
          </p:nvPr>
        </p:nvSpPr>
        <p:spPr>
          <a:xfrm>
            <a:off x="569779" y="690702"/>
            <a:ext cx="4947920" cy="12363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200">
                <a:solidFill>
                  <a:schemeClr val="dk1"/>
                </a:solidFill>
                <a:latin typeface="Tahoma"/>
                <a:ea typeface="Tahoma"/>
                <a:cs typeface="Tahoma"/>
                <a:sym typeface="Tahom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5"/>
          <p:cNvSpPr txBox="1"/>
          <p:nvPr>
            <p:ph idx="11" type="ftr"/>
          </p:nvPr>
        </p:nvSpPr>
        <p:spPr>
          <a:xfrm>
            <a:off x="2109903" y="3090028"/>
            <a:ext cx="1619250"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
          <p:cNvSpPr txBox="1"/>
          <p:nvPr>
            <p:ph idx="10" type="dt"/>
          </p:nvPr>
        </p:nvSpPr>
        <p:spPr>
          <a:xfrm>
            <a:off x="4533966" y="3051205"/>
            <a:ext cx="1048385"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
          <p:cNvSpPr txBox="1"/>
          <p:nvPr>
            <p:ph idx="12" type="sldNum"/>
          </p:nvPr>
        </p:nvSpPr>
        <p:spPr>
          <a:xfrm>
            <a:off x="133624" y="3067276"/>
            <a:ext cx="245110" cy="19050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1000">
                <a:solidFill>
                  <a:schemeClr val="lt1"/>
                </a:solidFill>
                <a:latin typeface="Tahoma"/>
                <a:ea typeface="Tahoma"/>
                <a:cs typeface="Tahoma"/>
                <a:sym typeface="Tahoma"/>
              </a:defRPr>
            </a:lvl1pPr>
            <a:lvl2pPr indent="0" lvl="1" marL="38100">
              <a:lnSpc>
                <a:spcPct val="100000"/>
              </a:lnSpc>
              <a:spcBef>
                <a:spcPts val="0"/>
              </a:spcBef>
              <a:buNone/>
              <a:defRPr b="0" i="0" sz="1000">
                <a:solidFill>
                  <a:schemeClr val="lt1"/>
                </a:solidFill>
                <a:latin typeface="Tahoma"/>
                <a:ea typeface="Tahoma"/>
                <a:cs typeface="Tahoma"/>
                <a:sym typeface="Tahoma"/>
              </a:defRPr>
            </a:lvl2pPr>
            <a:lvl3pPr indent="0" lvl="2" marL="38100">
              <a:lnSpc>
                <a:spcPct val="100000"/>
              </a:lnSpc>
              <a:spcBef>
                <a:spcPts val="0"/>
              </a:spcBef>
              <a:buNone/>
              <a:defRPr b="0" i="0" sz="1000">
                <a:solidFill>
                  <a:schemeClr val="lt1"/>
                </a:solidFill>
                <a:latin typeface="Tahoma"/>
                <a:ea typeface="Tahoma"/>
                <a:cs typeface="Tahoma"/>
                <a:sym typeface="Tahoma"/>
              </a:defRPr>
            </a:lvl3pPr>
            <a:lvl4pPr indent="0" lvl="3" marL="38100">
              <a:lnSpc>
                <a:spcPct val="100000"/>
              </a:lnSpc>
              <a:spcBef>
                <a:spcPts val="0"/>
              </a:spcBef>
              <a:buNone/>
              <a:defRPr b="0" i="0" sz="1000">
                <a:solidFill>
                  <a:schemeClr val="lt1"/>
                </a:solidFill>
                <a:latin typeface="Tahoma"/>
                <a:ea typeface="Tahoma"/>
                <a:cs typeface="Tahoma"/>
                <a:sym typeface="Tahoma"/>
              </a:defRPr>
            </a:lvl4pPr>
            <a:lvl5pPr indent="0" lvl="4" marL="38100">
              <a:lnSpc>
                <a:spcPct val="100000"/>
              </a:lnSpc>
              <a:spcBef>
                <a:spcPts val="0"/>
              </a:spcBef>
              <a:buNone/>
              <a:defRPr b="0" i="0" sz="1000">
                <a:solidFill>
                  <a:schemeClr val="lt1"/>
                </a:solidFill>
                <a:latin typeface="Tahoma"/>
                <a:ea typeface="Tahoma"/>
                <a:cs typeface="Tahoma"/>
                <a:sym typeface="Tahoma"/>
              </a:defRPr>
            </a:lvl5pPr>
            <a:lvl6pPr indent="0" lvl="5" marL="38100">
              <a:lnSpc>
                <a:spcPct val="100000"/>
              </a:lnSpc>
              <a:spcBef>
                <a:spcPts val="0"/>
              </a:spcBef>
              <a:buNone/>
              <a:defRPr b="0" i="0" sz="1000">
                <a:solidFill>
                  <a:schemeClr val="lt1"/>
                </a:solidFill>
                <a:latin typeface="Tahoma"/>
                <a:ea typeface="Tahoma"/>
                <a:cs typeface="Tahoma"/>
                <a:sym typeface="Tahoma"/>
              </a:defRPr>
            </a:lvl6pPr>
            <a:lvl7pPr indent="0" lvl="6" marL="38100">
              <a:lnSpc>
                <a:spcPct val="100000"/>
              </a:lnSpc>
              <a:spcBef>
                <a:spcPts val="0"/>
              </a:spcBef>
              <a:buNone/>
              <a:defRPr b="0" i="0" sz="1000">
                <a:solidFill>
                  <a:schemeClr val="lt1"/>
                </a:solidFill>
                <a:latin typeface="Tahoma"/>
                <a:ea typeface="Tahoma"/>
                <a:cs typeface="Tahoma"/>
                <a:sym typeface="Tahoma"/>
              </a:defRPr>
            </a:lvl7pPr>
            <a:lvl8pPr indent="0" lvl="7" marL="38100">
              <a:lnSpc>
                <a:spcPct val="100000"/>
              </a:lnSpc>
              <a:spcBef>
                <a:spcPts val="0"/>
              </a:spcBef>
              <a:buNone/>
              <a:defRPr b="0" i="0" sz="1000">
                <a:solidFill>
                  <a:schemeClr val="lt1"/>
                </a:solidFill>
                <a:latin typeface="Tahoma"/>
                <a:ea typeface="Tahoma"/>
                <a:cs typeface="Tahoma"/>
                <a:sym typeface="Tahoma"/>
              </a:defRPr>
            </a:lvl8pPr>
            <a:lvl9pPr indent="0" lvl="8" marL="38100">
              <a:lnSpc>
                <a:spcPct val="100000"/>
              </a:lnSpc>
              <a:spcBef>
                <a:spcPts val="0"/>
              </a:spcBef>
              <a:buNone/>
              <a:defRPr b="0" i="0" sz="1000">
                <a:solidFill>
                  <a:schemeClr val="lt1"/>
                </a:solidFill>
                <a:latin typeface="Tahoma"/>
                <a:ea typeface="Tahoma"/>
                <a:cs typeface="Tahoma"/>
                <a:sym typeface="Tahoma"/>
              </a:defRPr>
            </a:lvl9pPr>
          </a:lstStyle>
          <a:p>
            <a:pPr indent="0" lvl="0" marL="38100" rtl="0" algn="l">
              <a:spcBef>
                <a:spcPts val="0"/>
              </a:spcBef>
              <a:spcAft>
                <a:spcPts val="0"/>
              </a:spcAft>
              <a:buNone/>
            </a:pPr>
            <a:fld id="{00000000-1234-1234-1234-123412341234}" type="slidenum">
              <a:rPr lang="en-US"/>
              <a:t>‹#›</a:t>
            </a:fld>
            <a:r>
              <a:rPr lang="en-US"/>
              <a:t>/9</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8" name="Shape 48"/>
        <p:cNvGrpSpPr/>
        <p:nvPr/>
      </p:nvGrpSpPr>
      <p:grpSpPr>
        <a:xfrm>
          <a:off x="0" y="0"/>
          <a:ext cx="0" cy="0"/>
          <a:chOff x="0" y="0"/>
          <a:chExt cx="0" cy="0"/>
        </a:xfrm>
      </p:grpSpPr>
      <p:sp>
        <p:nvSpPr>
          <p:cNvPr id="49" name="Google Shape;49;p6"/>
          <p:cNvSpPr txBox="1"/>
          <p:nvPr>
            <p:ph type="title"/>
          </p:nvPr>
        </p:nvSpPr>
        <p:spPr>
          <a:xfrm>
            <a:off x="677509" y="170059"/>
            <a:ext cx="1931670" cy="2076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200">
                <a:solidFill>
                  <a:srgbClr val="A50033"/>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1" type="ftr"/>
          </p:nvPr>
        </p:nvSpPr>
        <p:spPr>
          <a:xfrm>
            <a:off x="2109903" y="3090028"/>
            <a:ext cx="1619250"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
          <p:cNvSpPr txBox="1"/>
          <p:nvPr>
            <p:ph idx="10" type="dt"/>
          </p:nvPr>
        </p:nvSpPr>
        <p:spPr>
          <a:xfrm>
            <a:off x="4533966" y="3051205"/>
            <a:ext cx="1048385"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6"/>
          <p:cNvSpPr txBox="1"/>
          <p:nvPr>
            <p:ph idx="12" type="sldNum"/>
          </p:nvPr>
        </p:nvSpPr>
        <p:spPr>
          <a:xfrm>
            <a:off x="133624" y="3067276"/>
            <a:ext cx="245110" cy="19050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1000">
                <a:solidFill>
                  <a:schemeClr val="lt1"/>
                </a:solidFill>
                <a:latin typeface="Tahoma"/>
                <a:ea typeface="Tahoma"/>
                <a:cs typeface="Tahoma"/>
                <a:sym typeface="Tahoma"/>
              </a:defRPr>
            </a:lvl1pPr>
            <a:lvl2pPr indent="0" lvl="1" marL="38100">
              <a:lnSpc>
                <a:spcPct val="100000"/>
              </a:lnSpc>
              <a:spcBef>
                <a:spcPts val="0"/>
              </a:spcBef>
              <a:buNone/>
              <a:defRPr b="0" i="0" sz="1000">
                <a:solidFill>
                  <a:schemeClr val="lt1"/>
                </a:solidFill>
                <a:latin typeface="Tahoma"/>
                <a:ea typeface="Tahoma"/>
                <a:cs typeface="Tahoma"/>
                <a:sym typeface="Tahoma"/>
              </a:defRPr>
            </a:lvl2pPr>
            <a:lvl3pPr indent="0" lvl="2" marL="38100">
              <a:lnSpc>
                <a:spcPct val="100000"/>
              </a:lnSpc>
              <a:spcBef>
                <a:spcPts val="0"/>
              </a:spcBef>
              <a:buNone/>
              <a:defRPr b="0" i="0" sz="1000">
                <a:solidFill>
                  <a:schemeClr val="lt1"/>
                </a:solidFill>
                <a:latin typeface="Tahoma"/>
                <a:ea typeface="Tahoma"/>
                <a:cs typeface="Tahoma"/>
                <a:sym typeface="Tahoma"/>
              </a:defRPr>
            </a:lvl3pPr>
            <a:lvl4pPr indent="0" lvl="3" marL="38100">
              <a:lnSpc>
                <a:spcPct val="100000"/>
              </a:lnSpc>
              <a:spcBef>
                <a:spcPts val="0"/>
              </a:spcBef>
              <a:buNone/>
              <a:defRPr b="0" i="0" sz="1000">
                <a:solidFill>
                  <a:schemeClr val="lt1"/>
                </a:solidFill>
                <a:latin typeface="Tahoma"/>
                <a:ea typeface="Tahoma"/>
                <a:cs typeface="Tahoma"/>
                <a:sym typeface="Tahoma"/>
              </a:defRPr>
            </a:lvl4pPr>
            <a:lvl5pPr indent="0" lvl="4" marL="38100">
              <a:lnSpc>
                <a:spcPct val="100000"/>
              </a:lnSpc>
              <a:spcBef>
                <a:spcPts val="0"/>
              </a:spcBef>
              <a:buNone/>
              <a:defRPr b="0" i="0" sz="1000">
                <a:solidFill>
                  <a:schemeClr val="lt1"/>
                </a:solidFill>
                <a:latin typeface="Tahoma"/>
                <a:ea typeface="Tahoma"/>
                <a:cs typeface="Tahoma"/>
                <a:sym typeface="Tahoma"/>
              </a:defRPr>
            </a:lvl5pPr>
            <a:lvl6pPr indent="0" lvl="5" marL="38100">
              <a:lnSpc>
                <a:spcPct val="100000"/>
              </a:lnSpc>
              <a:spcBef>
                <a:spcPts val="0"/>
              </a:spcBef>
              <a:buNone/>
              <a:defRPr b="0" i="0" sz="1000">
                <a:solidFill>
                  <a:schemeClr val="lt1"/>
                </a:solidFill>
                <a:latin typeface="Tahoma"/>
                <a:ea typeface="Tahoma"/>
                <a:cs typeface="Tahoma"/>
                <a:sym typeface="Tahoma"/>
              </a:defRPr>
            </a:lvl6pPr>
            <a:lvl7pPr indent="0" lvl="6" marL="38100">
              <a:lnSpc>
                <a:spcPct val="100000"/>
              </a:lnSpc>
              <a:spcBef>
                <a:spcPts val="0"/>
              </a:spcBef>
              <a:buNone/>
              <a:defRPr b="0" i="0" sz="1000">
                <a:solidFill>
                  <a:schemeClr val="lt1"/>
                </a:solidFill>
                <a:latin typeface="Tahoma"/>
                <a:ea typeface="Tahoma"/>
                <a:cs typeface="Tahoma"/>
                <a:sym typeface="Tahoma"/>
              </a:defRPr>
            </a:lvl7pPr>
            <a:lvl8pPr indent="0" lvl="7" marL="38100">
              <a:lnSpc>
                <a:spcPct val="100000"/>
              </a:lnSpc>
              <a:spcBef>
                <a:spcPts val="0"/>
              </a:spcBef>
              <a:buNone/>
              <a:defRPr b="0" i="0" sz="1000">
                <a:solidFill>
                  <a:schemeClr val="lt1"/>
                </a:solidFill>
                <a:latin typeface="Tahoma"/>
                <a:ea typeface="Tahoma"/>
                <a:cs typeface="Tahoma"/>
                <a:sym typeface="Tahoma"/>
              </a:defRPr>
            </a:lvl8pPr>
            <a:lvl9pPr indent="0" lvl="8" marL="38100">
              <a:lnSpc>
                <a:spcPct val="100000"/>
              </a:lnSpc>
              <a:spcBef>
                <a:spcPts val="0"/>
              </a:spcBef>
              <a:buNone/>
              <a:defRPr b="0" i="0" sz="1000">
                <a:solidFill>
                  <a:schemeClr val="lt1"/>
                </a:solidFill>
                <a:latin typeface="Tahoma"/>
                <a:ea typeface="Tahoma"/>
                <a:cs typeface="Tahoma"/>
                <a:sym typeface="Tahoma"/>
              </a:defRPr>
            </a:lvl9pPr>
          </a:lstStyle>
          <a:p>
            <a:pPr indent="0" lvl="0" marL="38100" rtl="0" algn="l">
              <a:spcBef>
                <a:spcPts val="0"/>
              </a:spcBef>
              <a:spcAft>
                <a:spcPts val="0"/>
              </a:spcAft>
              <a:buNone/>
            </a:pPr>
            <a:fld id="{00000000-1234-1234-1234-123412341234}" type="slidenum">
              <a:rPr lang="en-US"/>
              <a:t>‹#›</a:t>
            </a:fld>
            <a:r>
              <a:rPr lang="en-US"/>
              <a:t>/9</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5760387" cy="3236792"/>
          </a:xfrm>
          <a:prstGeom prst="rect">
            <a:avLst/>
          </a:prstGeom>
          <a:noFill/>
          <a:ln>
            <a:noFill/>
          </a:ln>
        </p:spPr>
      </p:pic>
      <p:sp>
        <p:nvSpPr>
          <p:cNvPr id="7" name="Google Shape;7;p1"/>
          <p:cNvSpPr txBox="1"/>
          <p:nvPr>
            <p:ph type="title"/>
          </p:nvPr>
        </p:nvSpPr>
        <p:spPr>
          <a:xfrm>
            <a:off x="677509" y="170059"/>
            <a:ext cx="1931670" cy="20764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1200" u="none" cap="none" strike="noStrike">
                <a:solidFill>
                  <a:srgbClr val="A50033"/>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569779" y="690702"/>
            <a:ext cx="4947920" cy="12363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
          <p:cNvSpPr txBox="1"/>
          <p:nvPr>
            <p:ph idx="11" type="ftr"/>
          </p:nvPr>
        </p:nvSpPr>
        <p:spPr>
          <a:xfrm>
            <a:off x="2109903" y="3090028"/>
            <a:ext cx="1619250"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
          <p:cNvSpPr txBox="1"/>
          <p:nvPr>
            <p:ph idx="10" type="dt"/>
          </p:nvPr>
        </p:nvSpPr>
        <p:spPr>
          <a:xfrm>
            <a:off x="4533966" y="3051205"/>
            <a:ext cx="1048385"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2" type="sldNum"/>
          </p:nvPr>
        </p:nvSpPr>
        <p:spPr>
          <a:xfrm>
            <a:off x="133624" y="3067276"/>
            <a:ext cx="245110" cy="19050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1000">
                <a:solidFill>
                  <a:schemeClr val="lt1"/>
                </a:solidFill>
                <a:latin typeface="Tahoma"/>
                <a:ea typeface="Tahoma"/>
                <a:cs typeface="Tahoma"/>
                <a:sym typeface="Tahoma"/>
              </a:defRPr>
            </a:lvl1pPr>
            <a:lvl2pPr indent="0" lvl="1" marL="38100">
              <a:lnSpc>
                <a:spcPct val="100000"/>
              </a:lnSpc>
              <a:spcBef>
                <a:spcPts val="0"/>
              </a:spcBef>
              <a:buNone/>
              <a:defRPr b="0" i="0" sz="1000">
                <a:solidFill>
                  <a:schemeClr val="lt1"/>
                </a:solidFill>
                <a:latin typeface="Tahoma"/>
                <a:ea typeface="Tahoma"/>
                <a:cs typeface="Tahoma"/>
                <a:sym typeface="Tahoma"/>
              </a:defRPr>
            </a:lvl2pPr>
            <a:lvl3pPr indent="0" lvl="2" marL="38100">
              <a:lnSpc>
                <a:spcPct val="100000"/>
              </a:lnSpc>
              <a:spcBef>
                <a:spcPts val="0"/>
              </a:spcBef>
              <a:buNone/>
              <a:defRPr b="0" i="0" sz="1000">
                <a:solidFill>
                  <a:schemeClr val="lt1"/>
                </a:solidFill>
                <a:latin typeface="Tahoma"/>
                <a:ea typeface="Tahoma"/>
                <a:cs typeface="Tahoma"/>
                <a:sym typeface="Tahoma"/>
              </a:defRPr>
            </a:lvl3pPr>
            <a:lvl4pPr indent="0" lvl="3" marL="38100">
              <a:lnSpc>
                <a:spcPct val="100000"/>
              </a:lnSpc>
              <a:spcBef>
                <a:spcPts val="0"/>
              </a:spcBef>
              <a:buNone/>
              <a:defRPr b="0" i="0" sz="1000">
                <a:solidFill>
                  <a:schemeClr val="lt1"/>
                </a:solidFill>
                <a:latin typeface="Tahoma"/>
                <a:ea typeface="Tahoma"/>
                <a:cs typeface="Tahoma"/>
                <a:sym typeface="Tahoma"/>
              </a:defRPr>
            </a:lvl4pPr>
            <a:lvl5pPr indent="0" lvl="4" marL="38100">
              <a:lnSpc>
                <a:spcPct val="100000"/>
              </a:lnSpc>
              <a:spcBef>
                <a:spcPts val="0"/>
              </a:spcBef>
              <a:buNone/>
              <a:defRPr b="0" i="0" sz="1000">
                <a:solidFill>
                  <a:schemeClr val="lt1"/>
                </a:solidFill>
                <a:latin typeface="Tahoma"/>
                <a:ea typeface="Tahoma"/>
                <a:cs typeface="Tahoma"/>
                <a:sym typeface="Tahoma"/>
              </a:defRPr>
            </a:lvl5pPr>
            <a:lvl6pPr indent="0" lvl="5" marL="38100">
              <a:lnSpc>
                <a:spcPct val="100000"/>
              </a:lnSpc>
              <a:spcBef>
                <a:spcPts val="0"/>
              </a:spcBef>
              <a:buNone/>
              <a:defRPr b="0" i="0" sz="1000">
                <a:solidFill>
                  <a:schemeClr val="lt1"/>
                </a:solidFill>
                <a:latin typeface="Tahoma"/>
                <a:ea typeface="Tahoma"/>
                <a:cs typeface="Tahoma"/>
                <a:sym typeface="Tahoma"/>
              </a:defRPr>
            </a:lvl6pPr>
            <a:lvl7pPr indent="0" lvl="6" marL="38100">
              <a:lnSpc>
                <a:spcPct val="100000"/>
              </a:lnSpc>
              <a:spcBef>
                <a:spcPts val="0"/>
              </a:spcBef>
              <a:buNone/>
              <a:defRPr b="0" i="0" sz="1000">
                <a:solidFill>
                  <a:schemeClr val="lt1"/>
                </a:solidFill>
                <a:latin typeface="Tahoma"/>
                <a:ea typeface="Tahoma"/>
                <a:cs typeface="Tahoma"/>
                <a:sym typeface="Tahoma"/>
              </a:defRPr>
            </a:lvl7pPr>
            <a:lvl8pPr indent="0" lvl="7" marL="38100">
              <a:lnSpc>
                <a:spcPct val="100000"/>
              </a:lnSpc>
              <a:spcBef>
                <a:spcPts val="0"/>
              </a:spcBef>
              <a:buNone/>
              <a:defRPr b="0" i="0" sz="1000">
                <a:solidFill>
                  <a:schemeClr val="lt1"/>
                </a:solidFill>
                <a:latin typeface="Tahoma"/>
                <a:ea typeface="Tahoma"/>
                <a:cs typeface="Tahoma"/>
                <a:sym typeface="Tahoma"/>
              </a:defRPr>
            </a:lvl8pPr>
            <a:lvl9pPr indent="0" lvl="8" marL="38100">
              <a:lnSpc>
                <a:spcPct val="100000"/>
              </a:lnSpc>
              <a:spcBef>
                <a:spcPts val="0"/>
              </a:spcBef>
              <a:buNone/>
              <a:defRPr b="0" i="0" sz="1000">
                <a:solidFill>
                  <a:schemeClr val="lt1"/>
                </a:solidFill>
                <a:latin typeface="Tahoma"/>
                <a:ea typeface="Tahoma"/>
                <a:cs typeface="Tahoma"/>
                <a:sym typeface="Tahoma"/>
              </a:defRPr>
            </a:lvl9pPr>
          </a:lstStyle>
          <a:p>
            <a:pPr indent="0" lvl="0" marL="38100" rtl="0" algn="l">
              <a:spcBef>
                <a:spcPts val="0"/>
              </a:spcBef>
              <a:spcAft>
                <a:spcPts val="0"/>
              </a:spcAft>
              <a:buNone/>
            </a:pPr>
            <a:fld id="{00000000-1234-1234-1234-123412341234}" type="slidenum">
              <a:rPr lang="en-US"/>
              <a:t>‹#›</a:t>
            </a:fld>
            <a:r>
              <a:rPr lang="en-US"/>
              <a:t>/9</a:t>
            </a:r>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6.pn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6.jpg"/><Relationship Id="rId8" Type="http://schemas.openxmlformats.org/officeDocument/2006/relationships/image" Target="../media/image20.png"/><Relationship Id="rId9" Type="http://schemas.openxmlformats.org/officeDocument/2006/relationships/image" Target="../media/image22.jpg"/><Relationship Id="rId10" Type="http://schemas.openxmlformats.org/officeDocument/2006/relationships/image" Target="../media/image23.png"/><Relationship Id="rId11"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15.png"/><Relationship Id="rId8" Type="http://schemas.openxmlformats.org/officeDocument/2006/relationships/image" Target="../media/image27.jpg"/><Relationship Id="rId9" Type="http://schemas.openxmlformats.org/officeDocument/2006/relationships/image" Target="../media/image18.jpg"/><Relationship Id="rId10"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25.jpg"/><Relationship Id="rId7"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21.png"/><Relationship Id="rId7"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4.png"/><Relationship Id="rId5" Type="http://schemas.openxmlformats.org/officeDocument/2006/relationships/hyperlink" Target="mailto:carvalhosannyer@gmail.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 name="Shape 56"/>
        <p:cNvGrpSpPr/>
        <p:nvPr/>
      </p:nvGrpSpPr>
      <p:grpSpPr>
        <a:xfrm>
          <a:off x="0" y="0"/>
          <a:ext cx="0" cy="0"/>
          <a:chOff x="0" y="0"/>
          <a:chExt cx="0" cy="0"/>
        </a:xfrm>
      </p:grpSpPr>
      <p:pic>
        <p:nvPicPr>
          <p:cNvPr id="57" name="Google Shape;57;p7"/>
          <p:cNvPicPr preferRelativeResize="0"/>
          <p:nvPr/>
        </p:nvPicPr>
        <p:blipFill rotWithShape="1">
          <a:blip r:embed="rId3">
            <a:alphaModFix/>
          </a:blip>
          <a:srcRect b="0" l="0" r="0" t="0"/>
          <a:stretch/>
        </p:blipFill>
        <p:spPr>
          <a:xfrm>
            <a:off x="0" y="5"/>
            <a:ext cx="5754303" cy="3237982"/>
          </a:xfrm>
          <a:prstGeom prst="rect">
            <a:avLst/>
          </a:prstGeom>
          <a:noFill/>
          <a:ln>
            <a:noFill/>
          </a:ln>
        </p:spPr>
      </p:pic>
      <p:pic>
        <p:nvPicPr>
          <p:cNvPr id="58" name="Google Shape;58;p7"/>
          <p:cNvPicPr preferRelativeResize="0"/>
          <p:nvPr/>
        </p:nvPicPr>
        <p:blipFill rotWithShape="1">
          <a:blip r:embed="rId4">
            <a:alphaModFix/>
          </a:blip>
          <a:srcRect b="0" l="0" r="0" t="0"/>
          <a:stretch/>
        </p:blipFill>
        <p:spPr>
          <a:xfrm>
            <a:off x="173104" y="107824"/>
            <a:ext cx="1212496" cy="431709"/>
          </a:xfrm>
          <a:prstGeom prst="rect">
            <a:avLst/>
          </a:prstGeom>
          <a:noFill/>
          <a:ln>
            <a:noFill/>
          </a:ln>
        </p:spPr>
      </p:pic>
      <p:sp>
        <p:nvSpPr>
          <p:cNvPr descr="$PPTXTitle" id="59" name="Google Shape;59;p7"/>
          <p:cNvSpPr txBox="1"/>
          <p:nvPr>
            <p:ph type="ctrTitle"/>
          </p:nvPr>
        </p:nvSpPr>
        <p:spPr>
          <a:xfrm>
            <a:off x="264747" y="665782"/>
            <a:ext cx="3255645" cy="416559"/>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en-US" sz="1400">
                <a:solidFill>
                  <a:srgbClr val="FFFFFF"/>
                </a:solidFill>
              </a:rPr>
              <a:t>Modelagem Preditiva de Absenteísmo</a:t>
            </a:r>
            <a:endParaRPr sz="1400"/>
          </a:p>
          <a:p>
            <a:pPr indent="0" lvl="0" marL="12700" rtl="0" algn="l">
              <a:lnSpc>
                <a:spcPct val="100000"/>
              </a:lnSpc>
              <a:spcBef>
                <a:spcPts val="95"/>
              </a:spcBef>
              <a:spcAft>
                <a:spcPts val="0"/>
              </a:spcAft>
              <a:buNone/>
            </a:pPr>
            <a:r>
              <a:rPr b="0" lang="en-US" sz="1050">
                <a:solidFill>
                  <a:srgbClr val="FFFFFF"/>
                </a:solidFill>
                <a:latin typeface="Tahoma"/>
                <a:ea typeface="Tahoma"/>
                <a:cs typeface="Tahoma"/>
                <a:sym typeface="Tahoma"/>
              </a:rPr>
              <a:t>DATA SCIENCE/DATA MINING E MACHINE LEARNING</a:t>
            </a:r>
            <a:endParaRPr sz="1050">
              <a:latin typeface="Tahoma"/>
              <a:ea typeface="Tahoma"/>
              <a:cs typeface="Tahoma"/>
              <a:sym typeface="Tahoma"/>
            </a:endParaRPr>
          </a:p>
        </p:txBody>
      </p:sp>
      <p:sp>
        <p:nvSpPr>
          <p:cNvPr id="60" name="Google Shape;60;p7"/>
          <p:cNvSpPr txBox="1"/>
          <p:nvPr/>
        </p:nvSpPr>
        <p:spPr>
          <a:xfrm>
            <a:off x="264750" y="1492325"/>
            <a:ext cx="2506200" cy="4740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000">
                <a:solidFill>
                  <a:srgbClr val="FFFFFF"/>
                </a:solidFill>
                <a:latin typeface="Tahoma"/>
                <a:ea typeface="Tahoma"/>
                <a:cs typeface="Tahoma"/>
                <a:sym typeface="Tahoma"/>
              </a:rPr>
              <a:t>Sannyer Cardoso Carvalho Nery Professora: Dra. Anne de Souza Oliveira Mentor: Dr. Vitor Bremgartner da Frota</a:t>
            </a:r>
            <a:endParaRPr sz="1000">
              <a:latin typeface="Tahoma"/>
              <a:ea typeface="Tahoma"/>
              <a:cs typeface="Tahoma"/>
              <a:sym typeface="Tahoma"/>
            </a:endParaRPr>
          </a:p>
        </p:txBody>
      </p:sp>
      <p:sp>
        <p:nvSpPr>
          <p:cNvPr id="61" name="Google Shape;61;p7"/>
          <p:cNvSpPr txBox="1"/>
          <p:nvPr/>
        </p:nvSpPr>
        <p:spPr>
          <a:xfrm>
            <a:off x="264747" y="2374366"/>
            <a:ext cx="2030095" cy="1771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00">
                <a:solidFill>
                  <a:srgbClr val="FFFFFF"/>
                </a:solidFill>
                <a:latin typeface="Tahoma"/>
                <a:ea typeface="Tahoma"/>
                <a:cs typeface="Tahoma"/>
                <a:sym typeface="Tahoma"/>
              </a:rPr>
              <a:t>AX Academy · Digital Transformation</a:t>
            </a:r>
            <a:endParaRPr sz="1000">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8"/>
          <p:cNvSpPr/>
          <p:nvPr/>
        </p:nvSpPr>
        <p:spPr>
          <a:xfrm>
            <a:off x="359773" y="653265"/>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67" name="Google Shape;67;p8"/>
          <p:cNvGrpSpPr/>
          <p:nvPr/>
        </p:nvGrpSpPr>
        <p:grpSpPr>
          <a:xfrm>
            <a:off x="0" y="2720097"/>
            <a:ext cx="5762625" cy="518402"/>
            <a:chOff x="0" y="2720097"/>
            <a:chExt cx="5762625" cy="518402"/>
          </a:xfrm>
        </p:grpSpPr>
        <p:pic>
          <p:nvPicPr>
            <p:cNvPr id="68" name="Google Shape;68;p8"/>
            <p:cNvPicPr preferRelativeResize="0"/>
            <p:nvPr/>
          </p:nvPicPr>
          <p:blipFill rotWithShape="1">
            <a:blip r:embed="rId3">
              <a:alphaModFix/>
            </a:blip>
            <a:srcRect b="0" l="0" r="0" t="0"/>
            <a:stretch/>
          </p:blipFill>
          <p:spPr>
            <a:xfrm>
              <a:off x="0" y="3020719"/>
              <a:ext cx="5762625" cy="217780"/>
            </a:xfrm>
            <a:prstGeom prst="rect">
              <a:avLst/>
            </a:prstGeom>
            <a:noFill/>
            <a:ln>
              <a:noFill/>
            </a:ln>
          </p:spPr>
        </p:pic>
        <p:pic>
          <p:nvPicPr>
            <p:cNvPr id="69" name="Google Shape;69;p8"/>
            <p:cNvPicPr preferRelativeResize="0"/>
            <p:nvPr/>
          </p:nvPicPr>
          <p:blipFill rotWithShape="1">
            <a:blip r:embed="rId4">
              <a:alphaModFix/>
            </a:blip>
            <a:srcRect b="0" l="0" r="0" t="0"/>
            <a:stretch/>
          </p:blipFill>
          <p:spPr>
            <a:xfrm>
              <a:off x="4736800" y="2720097"/>
              <a:ext cx="883518" cy="287761"/>
            </a:xfrm>
            <a:prstGeom prst="rect">
              <a:avLst/>
            </a:prstGeom>
            <a:noFill/>
            <a:ln>
              <a:noFill/>
            </a:ln>
          </p:spPr>
        </p:pic>
      </p:grpSp>
      <p:pic>
        <p:nvPicPr>
          <p:cNvPr id="70" name="Google Shape;70;p8"/>
          <p:cNvPicPr preferRelativeResize="0"/>
          <p:nvPr/>
        </p:nvPicPr>
        <p:blipFill rotWithShape="1">
          <a:blip r:embed="rId5">
            <a:alphaModFix/>
          </a:blip>
          <a:srcRect b="0" l="0" r="0" t="0"/>
          <a:stretch/>
        </p:blipFill>
        <p:spPr>
          <a:xfrm>
            <a:off x="359773" y="88901"/>
            <a:ext cx="466435" cy="466435"/>
          </a:xfrm>
          <a:prstGeom prst="rect">
            <a:avLst/>
          </a:prstGeom>
          <a:noFill/>
          <a:ln>
            <a:noFill/>
          </a:ln>
        </p:spPr>
      </p:pic>
      <p:pic>
        <p:nvPicPr>
          <p:cNvPr id="71" name="Google Shape;71;p8"/>
          <p:cNvPicPr preferRelativeResize="0"/>
          <p:nvPr/>
        </p:nvPicPr>
        <p:blipFill rotWithShape="1">
          <a:blip r:embed="rId6">
            <a:alphaModFix/>
          </a:blip>
          <a:srcRect b="0" l="0" r="0" t="0"/>
          <a:stretch/>
        </p:blipFill>
        <p:spPr>
          <a:xfrm>
            <a:off x="359773" y="776347"/>
            <a:ext cx="234704" cy="234704"/>
          </a:xfrm>
          <a:prstGeom prst="rect">
            <a:avLst/>
          </a:prstGeom>
          <a:noFill/>
          <a:ln>
            <a:noFill/>
          </a:ln>
        </p:spPr>
      </p:pic>
      <p:sp>
        <p:nvSpPr>
          <p:cNvPr id="72" name="Google Shape;72;p8"/>
          <p:cNvSpPr/>
          <p:nvPr/>
        </p:nvSpPr>
        <p:spPr>
          <a:xfrm>
            <a:off x="426407" y="1131700"/>
            <a:ext cx="47625" cy="47625"/>
          </a:xfrm>
          <a:custGeom>
            <a:rect b="b" l="l" r="r" t="t"/>
            <a:pathLst>
              <a:path extrusionOk="0" h="47625" w="47625">
                <a:moveTo>
                  <a:pt x="26953" y="47595"/>
                </a:moveTo>
                <a:lnTo>
                  <a:pt x="20641" y="47595"/>
                </a:lnTo>
                <a:lnTo>
                  <a:pt x="17606" y="46991"/>
                </a:lnTo>
                <a:lnTo>
                  <a:pt x="0" y="26953"/>
                </a:lnTo>
                <a:lnTo>
                  <a:pt x="0" y="20641"/>
                </a:lnTo>
                <a:lnTo>
                  <a:pt x="20641" y="0"/>
                </a:lnTo>
                <a:lnTo>
                  <a:pt x="26953" y="0"/>
                </a:lnTo>
                <a:lnTo>
                  <a:pt x="47595" y="23797"/>
                </a:lnTo>
                <a:lnTo>
                  <a:pt x="47595" y="26953"/>
                </a:lnTo>
                <a:lnTo>
                  <a:pt x="26953" y="47595"/>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 name="Google Shape;73;p8"/>
          <p:cNvSpPr/>
          <p:nvPr/>
        </p:nvSpPr>
        <p:spPr>
          <a:xfrm>
            <a:off x="426407" y="1303044"/>
            <a:ext cx="47625" cy="47625"/>
          </a:xfrm>
          <a:custGeom>
            <a:rect b="b" l="l" r="r" t="t"/>
            <a:pathLst>
              <a:path extrusionOk="0" h="47625" w="47625">
                <a:moveTo>
                  <a:pt x="26953" y="47595"/>
                </a:moveTo>
                <a:lnTo>
                  <a:pt x="20641" y="47595"/>
                </a:lnTo>
                <a:lnTo>
                  <a:pt x="17606" y="46991"/>
                </a:lnTo>
                <a:lnTo>
                  <a:pt x="0" y="26953"/>
                </a:lnTo>
                <a:lnTo>
                  <a:pt x="0" y="20641"/>
                </a:lnTo>
                <a:lnTo>
                  <a:pt x="20641" y="0"/>
                </a:lnTo>
                <a:lnTo>
                  <a:pt x="26953" y="0"/>
                </a:lnTo>
                <a:lnTo>
                  <a:pt x="47595" y="23797"/>
                </a:lnTo>
                <a:lnTo>
                  <a:pt x="47595" y="26953"/>
                </a:lnTo>
                <a:lnTo>
                  <a:pt x="26953" y="47595"/>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 name="Google Shape;74;p8"/>
          <p:cNvSpPr/>
          <p:nvPr/>
        </p:nvSpPr>
        <p:spPr>
          <a:xfrm>
            <a:off x="426407" y="1474387"/>
            <a:ext cx="47625" cy="47625"/>
          </a:xfrm>
          <a:custGeom>
            <a:rect b="b" l="l" r="r" t="t"/>
            <a:pathLst>
              <a:path extrusionOk="0" h="47625" w="47625">
                <a:moveTo>
                  <a:pt x="26953" y="47595"/>
                </a:moveTo>
                <a:lnTo>
                  <a:pt x="20641" y="47595"/>
                </a:lnTo>
                <a:lnTo>
                  <a:pt x="17606" y="46991"/>
                </a:lnTo>
                <a:lnTo>
                  <a:pt x="0" y="26953"/>
                </a:lnTo>
                <a:lnTo>
                  <a:pt x="0" y="20641"/>
                </a:lnTo>
                <a:lnTo>
                  <a:pt x="20641" y="0"/>
                </a:lnTo>
                <a:lnTo>
                  <a:pt x="26953" y="0"/>
                </a:lnTo>
                <a:lnTo>
                  <a:pt x="47595" y="23797"/>
                </a:lnTo>
                <a:lnTo>
                  <a:pt x="47595" y="26953"/>
                </a:lnTo>
                <a:lnTo>
                  <a:pt x="26953" y="47595"/>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 name="Google Shape;75;p8"/>
          <p:cNvSpPr txBox="1"/>
          <p:nvPr/>
        </p:nvSpPr>
        <p:spPr>
          <a:xfrm>
            <a:off x="562740" y="79548"/>
            <a:ext cx="4885055" cy="1499870"/>
          </a:xfrm>
          <a:prstGeom prst="rect">
            <a:avLst/>
          </a:prstGeom>
          <a:noFill/>
          <a:ln>
            <a:noFill/>
          </a:ln>
        </p:spPr>
        <p:txBody>
          <a:bodyPr anchorCtr="0" anchor="t" bIns="0" lIns="0" spcFirstLastPara="1" rIns="0" wrap="square" tIns="52050">
            <a:spAutoFit/>
          </a:bodyPr>
          <a:lstStyle/>
          <a:p>
            <a:pPr indent="0" lvl="0" marL="289560" rtl="0" algn="l">
              <a:lnSpc>
                <a:spcPct val="100000"/>
              </a:lnSpc>
              <a:spcBef>
                <a:spcPts val="0"/>
              </a:spcBef>
              <a:spcAft>
                <a:spcPts val="0"/>
              </a:spcAft>
              <a:buNone/>
            </a:pPr>
            <a:r>
              <a:rPr b="1" lang="en-US" sz="1200">
                <a:solidFill>
                  <a:srgbClr val="A50033"/>
                </a:solidFill>
                <a:latin typeface="Tahoma"/>
                <a:ea typeface="Tahoma"/>
                <a:cs typeface="Tahoma"/>
                <a:sym typeface="Tahoma"/>
              </a:rPr>
              <a:t>O Problema</a:t>
            </a:r>
            <a:endParaRPr sz="1200">
              <a:latin typeface="Tahoma"/>
              <a:ea typeface="Tahoma"/>
              <a:cs typeface="Tahoma"/>
              <a:sym typeface="Tahoma"/>
            </a:endParaRPr>
          </a:p>
          <a:p>
            <a:pPr indent="0" lvl="0" marL="289560" rtl="0" algn="l">
              <a:lnSpc>
                <a:spcPct val="100000"/>
              </a:lnSpc>
              <a:spcBef>
                <a:spcPts val="260"/>
              </a:spcBef>
              <a:spcAft>
                <a:spcPts val="0"/>
              </a:spcAft>
              <a:buNone/>
            </a:pPr>
            <a:r>
              <a:rPr b="1" lang="en-US" sz="1000">
                <a:solidFill>
                  <a:srgbClr val="615353"/>
                </a:solidFill>
                <a:latin typeface="Tahoma"/>
                <a:ea typeface="Tahoma"/>
                <a:cs typeface="Tahoma"/>
                <a:sym typeface="Tahoma"/>
              </a:rPr>
              <a:t>Impacto de ausências não programadas</a:t>
            </a:r>
            <a:endParaRPr sz="1000">
              <a:latin typeface="Tahoma"/>
              <a:ea typeface="Tahoma"/>
              <a:cs typeface="Tahoma"/>
              <a:sym typeface="Tahoma"/>
            </a:endParaRPr>
          </a:p>
          <a:p>
            <a:pPr indent="0" lvl="0" marL="0" rtl="0" algn="l">
              <a:lnSpc>
                <a:spcPct val="100000"/>
              </a:lnSpc>
              <a:spcBef>
                <a:spcPts val="1065"/>
              </a:spcBef>
              <a:spcAft>
                <a:spcPts val="0"/>
              </a:spcAft>
              <a:buNone/>
            </a:pPr>
            <a:r>
              <a:t/>
            </a:r>
            <a:endParaRPr sz="1000">
              <a:latin typeface="Tahoma"/>
              <a:ea typeface="Tahoma"/>
              <a:cs typeface="Tahoma"/>
              <a:sym typeface="Tahoma"/>
            </a:endParaRPr>
          </a:p>
          <a:p>
            <a:pPr indent="0" lvl="0" marL="132715" rtl="0" algn="l">
              <a:lnSpc>
                <a:spcPct val="100000"/>
              </a:lnSpc>
              <a:spcBef>
                <a:spcPts val="0"/>
              </a:spcBef>
              <a:spcAft>
                <a:spcPts val="0"/>
              </a:spcAft>
              <a:buNone/>
            </a:pPr>
            <a:r>
              <a:rPr b="1" lang="en-US" sz="1200">
                <a:solidFill>
                  <a:srgbClr val="A50033"/>
                </a:solidFill>
                <a:latin typeface="Tahoma"/>
                <a:ea typeface="Tahoma"/>
                <a:cs typeface="Tahoma"/>
                <a:sym typeface="Tahoma"/>
              </a:rPr>
              <a:t>Dataset Absenteeism at work</a:t>
            </a:r>
            <a:endParaRPr sz="1200">
              <a:latin typeface="Tahoma"/>
              <a:ea typeface="Tahoma"/>
              <a:cs typeface="Tahoma"/>
              <a:sym typeface="Tahoma"/>
            </a:endParaRPr>
          </a:p>
          <a:p>
            <a:pPr indent="0" lvl="0" marL="12700" rtl="0" algn="l">
              <a:lnSpc>
                <a:spcPct val="100000"/>
              </a:lnSpc>
              <a:spcBef>
                <a:spcPts val="785"/>
              </a:spcBef>
              <a:spcAft>
                <a:spcPts val="0"/>
              </a:spcAft>
              <a:buNone/>
            </a:pPr>
            <a:r>
              <a:rPr lang="en-US" sz="1000">
                <a:latin typeface="Tahoma"/>
                <a:ea typeface="Tahoma"/>
                <a:cs typeface="Tahoma"/>
                <a:sym typeface="Tahoma"/>
              </a:rPr>
              <a:t>Dataset contendo o histórico de absenteísmo de colaboradores de uma empresa.</a:t>
            </a:r>
            <a:endParaRPr sz="1000">
              <a:latin typeface="Tahoma"/>
              <a:ea typeface="Tahoma"/>
              <a:cs typeface="Tahoma"/>
              <a:sym typeface="Tahoma"/>
            </a:endParaRPr>
          </a:p>
          <a:p>
            <a:pPr indent="0" lvl="0" marL="12700" marR="5080" rtl="0" algn="l">
              <a:lnSpc>
                <a:spcPct val="112400"/>
              </a:lnSpc>
              <a:spcBef>
                <a:spcPts val="0"/>
              </a:spcBef>
              <a:spcAft>
                <a:spcPts val="0"/>
              </a:spcAft>
              <a:buNone/>
            </a:pPr>
            <a:r>
              <a:rPr lang="en-US" sz="1000">
                <a:latin typeface="Tahoma"/>
                <a:ea typeface="Tahoma"/>
                <a:cs typeface="Tahoma"/>
                <a:sym typeface="Tahoma"/>
              </a:rPr>
              <a:t>Mapeia o perfil do funcionário combinando variáveis demográficas e de rotina corporativa. 20 mil registros com 21 variáveis</a:t>
            </a:r>
            <a:endParaRPr sz="1000">
              <a:latin typeface="Tahoma"/>
              <a:ea typeface="Tahoma"/>
              <a:cs typeface="Tahoma"/>
              <a:sym typeface="Tahoma"/>
            </a:endParaRPr>
          </a:p>
        </p:txBody>
      </p:sp>
      <p:sp>
        <p:nvSpPr>
          <p:cNvPr id="76" name="Google Shape;76;p8"/>
          <p:cNvSpPr/>
          <p:nvPr/>
        </p:nvSpPr>
        <p:spPr>
          <a:xfrm>
            <a:off x="2842766" y="1622690"/>
            <a:ext cx="47625" cy="1342390"/>
          </a:xfrm>
          <a:custGeom>
            <a:rect b="b" l="l" r="r" t="t"/>
            <a:pathLst>
              <a:path extrusionOk="0" h="1342389" w="47625">
                <a:moveTo>
                  <a:pt x="0" y="1341781"/>
                </a:moveTo>
                <a:lnTo>
                  <a:pt x="0" y="0"/>
                </a:lnTo>
                <a:lnTo>
                  <a:pt x="47595" y="0"/>
                </a:lnTo>
                <a:lnTo>
                  <a:pt x="47595" y="1341781"/>
                </a:lnTo>
                <a:lnTo>
                  <a:pt x="0" y="1341781"/>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 name="Google Shape;77;p8"/>
          <p:cNvSpPr txBox="1"/>
          <p:nvPr/>
        </p:nvSpPr>
        <p:spPr>
          <a:xfrm>
            <a:off x="310979" y="1591925"/>
            <a:ext cx="2473960" cy="985519"/>
          </a:xfrm>
          <a:prstGeom prst="rect">
            <a:avLst/>
          </a:prstGeom>
          <a:noFill/>
          <a:ln>
            <a:noFill/>
          </a:ln>
        </p:spPr>
        <p:txBody>
          <a:bodyPr anchorCtr="0" anchor="t" bIns="0" lIns="0" spcFirstLastPara="1" rIns="0" wrap="square" tIns="86350">
            <a:spAutoFit/>
          </a:bodyPr>
          <a:lstStyle/>
          <a:p>
            <a:pPr indent="0" lvl="0" marL="12700" rtl="0" algn="just">
              <a:lnSpc>
                <a:spcPct val="100000"/>
              </a:lnSpc>
              <a:spcBef>
                <a:spcPts val="0"/>
              </a:spcBef>
              <a:spcAft>
                <a:spcPts val="0"/>
              </a:spcAft>
              <a:buNone/>
            </a:pPr>
            <a:r>
              <a:rPr b="1" lang="en-US" sz="900">
                <a:solidFill>
                  <a:srgbClr val="A50033"/>
                </a:solidFill>
                <a:latin typeface="Tahoma"/>
                <a:ea typeface="Tahoma"/>
                <a:cs typeface="Tahoma"/>
                <a:sym typeface="Tahoma"/>
              </a:rPr>
              <a:t>Variáveis demográficas</a:t>
            </a:r>
            <a:endParaRPr sz="900">
              <a:latin typeface="Tahoma"/>
              <a:ea typeface="Tahoma"/>
              <a:cs typeface="Tahoma"/>
              <a:sym typeface="Tahoma"/>
            </a:endParaRPr>
          </a:p>
          <a:p>
            <a:pPr indent="0" lvl="0" marL="12700" marR="5080" rtl="0" algn="just">
              <a:lnSpc>
                <a:spcPct val="112400"/>
              </a:lnSpc>
              <a:spcBef>
                <a:spcPts val="500"/>
              </a:spcBef>
              <a:spcAft>
                <a:spcPts val="0"/>
              </a:spcAft>
              <a:buNone/>
            </a:pPr>
            <a:r>
              <a:rPr lang="en-US" sz="1000">
                <a:latin typeface="Tahoma"/>
                <a:ea typeface="Tahoma"/>
                <a:cs typeface="Tahoma"/>
                <a:sym typeface="Tahoma"/>
              </a:rPr>
              <a:t>Age, Education, Son, Pet, Social drinker, Social smoker, Weight, Height, Body mass index, Distance from Residence to Work, Transportation expense.</a:t>
            </a:r>
            <a:endParaRPr sz="1000">
              <a:latin typeface="Tahoma"/>
              <a:ea typeface="Tahoma"/>
              <a:cs typeface="Tahoma"/>
              <a:sym typeface="Tahoma"/>
            </a:endParaRPr>
          </a:p>
        </p:txBody>
      </p:sp>
      <p:sp>
        <p:nvSpPr>
          <p:cNvPr id="78" name="Google Shape;78;p8"/>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79" name="Google Shape;79;p8"/>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80" name="Google Shape;80;p8"/>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
        <p:nvSpPr>
          <p:cNvPr id="81" name="Google Shape;81;p8"/>
          <p:cNvSpPr txBox="1"/>
          <p:nvPr/>
        </p:nvSpPr>
        <p:spPr>
          <a:xfrm>
            <a:off x="2980816" y="1591925"/>
            <a:ext cx="2556510" cy="985519"/>
          </a:xfrm>
          <a:prstGeom prst="rect">
            <a:avLst/>
          </a:prstGeom>
          <a:noFill/>
          <a:ln>
            <a:noFill/>
          </a:ln>
        </p:spPr>
        <p:txBody>
          <a:bodyPr anchorCtr="0" anchor="t" bIns="0" lIns="0" spcFirstLastPara="1" rIns="0" wrap="square" tIns="86350">
            <a:spAutoFit/>
          </a:bodyPr>
          <a:lstStyle/>
          <a:p>
            <a:pPr indent="0" lvl="0" marL="12700" rtl="0" algn="l">
              <a:lnSpc>
                <a:spcPct val="100000"/>
              </a:lnSpc>
              <a:spcBef>
                <a:spcPts val="0"/>
              </a:spcBef>
              <a:spcAft>
                <a:spcPts val="0"/>
              </a:spcAft>
              <a:buNone/>
            </a:pPr>
            <a:r>
              <a:rPr b="1" lang="en-US" sz="900">
                <a:solidFill>
                  <a:srgbClr val="A50033"/>
                </a:solidFill>
                <a:latin typeface="Tahoma"/>
                <a:ea typeface="Tahoma"/>
                <a:cs typeface="Tahoma"/>
                <a:sym typeface="Tahoma"/>
              </a:rPr>
              <a:t>Variáveis corporativos</a:t>
            </a:r>
            <a:endParaRPr sz="900">
              <a:latin typeface="Tahoma"/>
              <a:ea typeface="Tahoma"/>
              <a:cs typeface="Tahoma"/>
              <a:sym typeface="Tahoma"/>
            </a:endParaRPr>
          </a:p>
          <a:p>
            <a:pPr indent="0" lvl="0" marL="12700" marR="5080" rtl="0" algn="l">
              <a:lnSpc>
                <a:spcPct val="112400"/>
              </a:lnSpc>
              <a:spcBef>
                <a:spcPts val="500"/>
              </a:spcBef>
              <a:spcAft>
                <a:spcPts val="0"/>
              </a:spcAft>
              <a:buNone/>
            </a:pPr>
            <a:r>
              <a:rPr lang="en-US" sz="1000">
                <a:latin typeface="Tahoma"/>
                <a:ea typeface="Tahoma"/>
                <a:cs typeface="Tahoma"/>
                <a:sym typeface="Tahoma"/>
              </a:rPr>
              <a:t>ID, Reason for absence, Month of absence, Day of the week, Seasons, Service time, Work load Average/day, Hit target, Disciplinary failure, Absenteeism time in hours.</a:t>
            </a:r>
            <a:endParaRPr sz="1000">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9"/>
          <p:cNvSpPr/>
          <p:nvPr/>
        </p:nvSpPr>
        <p:spPr>
          <a:xfrm>
            <a:off x="359773" y="431495"/>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87" name="Google Shape;87;p9"/>
          <p:cNvGrpSpPr/>
          <p:nvPr/>
        </p:nvGrpSpPr>
        <p:grpSpPr>
          <a:xfrm>
            <a:off x="0" y="2720097"/>
            <a:ext cx="5762625" cy="518402"/>
            <a:chOff x="0" y="2720097"/>
            <a:chExt cx="5762625" cy="518402"/>
          </a:xfrm>
        </p:grpSpPr>
        <p:pic>
          <p:nvPicPr>
            <p:cNvPr id="88" name="Google Shape;88;p9"/>
            <p:cNvPicPr preferRelativeResize="0"/>
            <p:nvPr/>
          </p:nvPicPr>
          <p:blipFill rotWithShape="1">
            <a:blip r:embed="rId3">
              <a:alphaModFix/>
            </a:blip>
            <a:srcRect b="0" l="0" r="0" t="0"/>
            <a:stretch/>
          </p:blipFill>
          <p:spPr>
            <a:xfrm>
              <a:off x="0" y="3020719"/>
              <a:ext cx="5762625" cy="217780"/>
            </a:xfrm>
            <a:prstGeom prst="rect">
              <a:avLst/>
            </a:prstGeom>
            <a:noFill/>
            <a:ln>
              <a:noFill/>
            </a:ln>
          </p:spPr>
        </p:pic>
        <p:pic>
          <p:nvPicPr>
            <p:cNvPr id="89" name="Google Shape;89;p9"/>
            <p:cNvPicPr preferRelativeResize="0"/>
            <p:nvPr/>
          </p:nvPicPr>
          <p:blipFill rotWithShape="1">
            <a:blip r:embed="rId4">
              <a:alphaModFix/>
            </a:blip>
            <a:srcRect b="0" l="0" r="0" t="0"/>
            <a:stretch/>
          </p:blipFill>
          <p:spPr>
            <a:xfrm>
              <a:off x="4925789" y="2720097"/>
              <a:ext cx="836835" cy="287761"/>
            </a:xfrm>
            <a:prstGeom prst="rect">
              <a:avLst/>
            </a:prstGeom>
            <a:noFill/>
            <a:ln>
              <a:noFill/>
            </a:ln>
          </p:spPr>
        </p:pic>
      </p:grpSp>
      <p:pic>
        <p:nvPicPr>
          <p:cNvPr id="90" name="Google Shape;90;p9"/>
          <p:cNvPicPr preferRelativeResize="0"/>
          <p:nvPr/>
        </p:nvPicPr>
        <p:blipFill rotWithShape="1">
          <a:blip r:embed="rId5">
            <a:alphaModFix/>
          </a:blip>
          <a:srcRect b="0" l="0" r="0" t="0"/>
          <a:stretch/>
        </p:blipFill>
        <p:spPr>
          <a:xfrm>
            <a:off x="359773" y="60696"/>
            <a:ext cx="333167" cy="333036"/>
          </a:xfrm>
          <a:prstGeom prst="rect">
            <a:avLst/>
          </a:prstGeom>
          <a:noFill/>
          <a:ln>
            <a:noFill/>
          </a:ln>
        </p:spPr>
      </p:pic>
      <p:pic>
        <p:nvPicPr>
          <p:cNvPr id="91" name="Google Shape;91;p9"/>
          <p:cNvPicPr preferRelativeResize="0"/>
          <p:nvPr/>
        </p:nvPicPr>
        <p:blipFill rotWithShape="1">
          <a:blip r:embed="rId6">
            <a:alphaModFix/>
          </a:blip>
          <a:srcRect b="0" l="0" r="0" t="0"/>
          <a:stretch/>
        </p:blipFill>
        <p:spPr>
          <a:xfrm>
            <a:off x="323679" y="637518"/>
            <a:ext cx="437877" cy="437877"/>
          </a:xfrm>
          <a:prstGeom prst="rect">
            <a:avLst/>
          </a:prstGeom>
          <a:noFill/>
          <a:ln>
            <a:noFill/>
          </a:ln>
        </p:spPr>
      </p:pic>
      <p:pic>
        <p:nvPicPr>
          <p:cNvPr id="92" name="Google Shape;92;p9"/>
          <p:cNvPicPr preferRelativeResize="0"/>
          <p:nvPr/>
        </p:nvPicPr>
        <p:blipFill rotWithShape="1">
          <a:blip r:embed="rId7">
            <a:alphaModFix/>
          </a:blip>
          <a:srcRect b="0" l="0" r="0" t="0"/>
          <a:stretch/>
        </p:blipFill>
        <p:spPr>
          <a:xfrm>
            <a:off x="876437" y="838053"/>
            <a:ext cx="4036091" cy="133267"/>
          </a:xfrm>
          <a:prstGeom prst="rect">
            <a:avLst/>
          </a:prstGeom>
          <a:noFill/>
          <a:ln>
            <a:noFill/>
          </a:ln>
        </p:spPr>
      </p:pic>
      <p:pic>
        <p:nvPicPr>
          <p:cNvPr id="93" name="Google Shape;93;p9"/>
          <p:cNvPicPr preferRelativeResize="0"/>
          <p:nvPr/>
        </p:nvPicPr>
        <p:blipFill rotWithShape="1">
          <a:blip r:embed="rId8">
            <a:alphaModFix/>
          </a:blip>
          <a:srcRect b="0" l="0" r="0" t="0"/>
          <a:stretch/>
        </p:blipFill>
        <p:spPr>
          <a:xfrm>
            <a:off x="360713" y="1426373"/>
            <a:ext cx="399801" cy="447396"/>
          </a:xfrm>
          <a:prstGeom prst="rect">
            <a:avLst/>
          </a:prstGeom>
          <a:noFill/>
          <a:ln>
            <a:noFill/>
          </a:ln>
        </p:spPr>
      </p:pic>
      <p:pic>
        <p:nvPicPr>
          <p:cNvPr id="94" name="Google Shape;94;p9"/>
          <p:cNvPicPr preferRelativeResize="0"/>
          <p:nvPr/>
        </p:nvPicPr>
        <p:blipFill rotWithShape="1">
          <a:blip r:embed="rId9">
            <a:alphaModFix/>
          </a:blip>
          <a:srcRect b="0" l="0" r="0" t="0"/>
          <a:stretch/>
        </p:blipFill>
        <p:spPr>
          <a:xfrm>
            <a:off x="876437" y="1531887"/>
            <a:ext cx="4216954" cy="228457"/>
          </a:xfrm>
          <a:prstGeom prst="rect">
            <a:avLst/>
          </a:prstGeom>
          <a:noFill/>
          <a:ln>
            <a:noFill/>
          </a:ln>
        </p:spPr>
      </p:pic>
      <p:pic>
        <p:nvPicPr>
          <p:cNvPr id="95" name="Google Shape;95;p9"/>
          <p:cNvPicPr preferRelativeResize="0"/>
          <p:nvPr/>
        </p:nvPicPr>
        <p:blipFill rotWithShape="1">
          <a:blip r:embed="rId10">
            <a:alphaModFix/>
          </a:blip>
          <a:srcRect b="0" l="0" r="0" t="0"/>
          <a:stretch/>
        </p:blipFill>
        <p:spPr>
          <a:xfrm>
            <a:off x="334180" y="2229043"/>
            <a:ext cx="431428" cy="443229"/>
          </a:xfrm>
          <a:prstGeom prst="rect">
            <a:avLst/>
          </a:prstGeom>
          <a:noFill/>
          <a:ln>
            <a:noFill/>
          </a:ln>
        </p:spPr>
      </p:pic>
      <p:pic>
        <p:nvPicPr>
          <p:cNvPr id="96" name="Google Shape;96;p9"/>
          <p:cNvPicPr preferRelativeResize="0"/>
          <p:nvPr/>
        </p:nvPicPr>
        <p:blipFill rotWithShape="1">
          <a:blip r:embed="rId11">
            <a:alphaModFix/>
          </a:blip>
          <a:srcRect b="0" l="0" r="0" t="0"/>
          <a:stretch/>
        </p:blipFill>
        <p:spPr>
          <a:xfrm>
            <a:off x="861698" y="2444361"/>
            <a:ext cx="2741496" cy="456915"/>
          </a:xfrm>
          <a:prstGeom prst="rect">
            <a:avLst/>
          </a:prstGeom>
          <a:noFill/>
          <a:ln>
            <a:noFill/>
          </a:ln>
        </p:spPr>
      </p:pic>
      <p:sp>
        <p:nvSpPr>
          <p:cNvPr id="97" name="Google Shape;97;p9"/>
          <p:cNvSpPr txBox="1"/>
          <p:nvPr/>
        </p:nvSpPr>
        <p:spPr>
          <a:xfrm>
            <a:off x="692950" y="196925"/>
            <a:ext cx="1570800" cy="196800"/>
          </a:xfrm>
          <a:prstGeom prst="rect">
            <a:avLst/>
          </a:prstGeom>
          <a:noFill/>
          <a:ln>
            <a:noFill/>
          </a:ln>
        </p:spPr>
        <p:txBody>
          <a:bodyPr anchorCtr="0" anchor="t" bIns="0" lIns="0" spcFirstLastPara="1" rIns="0" wrap="square" tIns="12050">
            <a:spAutoFit/>
          </a:bodyPr>
          <a:lstStyle/>
          <a:p>
            <a:pPr indent="0" lvl="0" marL="0" marR="24130" rtl="0" algn="r">
              <a:lnSpc>
                <a:spcPct val="100000"/>
              </a:lnSpc>
              <a:spcBef>
                <a:spcPts val="0"/>
              </a:spcBef>
              <a:spcAft>
                <a:spcPts val="0"/>
              </a:spcAft>
              <a:buNone/>
            </a:pPr>
            <a:r>
              <a:rPr b="1" lang="en-US" sz="1200">
                <a:solidFill>
                  <a:srgbClr val="A50033"/>
                </a:solidFill>
                <a:latin typeface="Tahoma"/>
                <a:ea typeface="Tahoma"/>
                <a:cs typeface="Tahoma"/>
                <a:sym typeface="Tahoma"/>
              </a:rPr>
              <a:t>Limpeza de dados</a:t>
            </a:r>
            <a:endParaRPr sz="1100">
              <a:latin typeface="Tahoma"/>
              <a:ea typeface="Tahoma"/>
              <a:cs typeface="Tahoma"/>
              <a:sym typeface="Tahoma"/>
            </a:endParaRPr>
          </a:p>
        </p:txBody>
      </p:sp>
      <p:sp>
        <p:nvSpPr>
          <p:cNvPr id="98" name="Google Shape;98;p9"/>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99" name="Google Shape;99;p9"/>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100" name="Google Shape;100;p9"/>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
        <p:nvSpPr>
          <p:cNvPr id="101" name="Google Shape;101;p9"/>
          <p:cNvSpPr txBox="1"/>
          <p:nvPr/>
        </p:nvSpPr>
        <p:spPr>
          <a:xfrm>
            <a:off x="872248" y="1310600"/>
            <a:ext cx="1619400" cy="1815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100">
                <a:latin typeface="Tahoma"/>
                <a:ea typeface="Tahoma"/>
                <a:cs typeface="Tahoma"/>
                <a:sym typeface="Tahoma"/>
              </a:rPr>
              <a:t>Correção de anomalias</a:t>
            </a:r>
            <a:endParaRPr sz="1100">
              <a:latin typeface="Tahoma"/>
              <a:ea typeface="Tahoma"/>
              <a:cs typeface="Tahoma"/>
              <a:sym typeface="Tahoma"/>
            </a:endParaRPr>
          </a:p>
        </p:txBody>
      </p:sp>
      <p:sp>
        <p:nvSpPr>
          <p:cNvPr id="102" name="Google Shape;102;p9"/>
          <p:cNvSpPr txBox="1"/>
          <p:nvPr/>
        </p:nvSpPr>
        <p:spPr>
          <a:xfrm>
            <a:off x="849000" y="2195975"/>
            <a:ext cx="1619100" cy="1815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100">
                <a:latin typeface="Tahoma"/>
                <a:ea typeface="Tahoma"/>
                <a:cs typeface="Tahoma"/>
                <a:sym typeface="Tahoma"/>
              </a:rPr>
              <a:t>Filtro de Consistência</a:t>
            </a:r>
            <a:endParaRPr sz="1100">
              <a:latin typeface="Tahoma"/>
              <a:ea typeface="Tahoma"/>
              <a:cs typeface="Tahoma"/>
              <a:sym typeface="Tahoma"/>
            </a:endParaRPr>
          </a:p>
        </p:txBody>
      </p:sp>
      <p:sp>
        <p:nvSpPr>
          <p:cNvPr id="103" name="Google Shape;103;p9"/>
          <p:cNvSpPr txBox="1"/>
          <p:nvPr/>
        </p:nvSpPr>
        <p:spPr>
          <a:xfrm>
            <a:off x="760525" y="546950"/>
            <a:ext cx="1371600" cy="354000"/>
          </a:xfrm>
          <a:prstGeom prst="rect">
            <a:avLst/>
          </a:prstGeom>
          <a:noFill/>
          <a:ln>
            <a:noFill/>
          </a:ln>
        </p:spPr>
        <p:txBody>
          <a:bodyPr anchorCtr="0" anchor="t" bIns="91425" lIns="91425" spcFirstLastPara="1" rIns="91425" wrap="square" tIns="91425">
            <a:spAutoFit/>
          </a:bodyPr>
          <a:lstStyle/>
          <a:p>
            <a:pPr indent="0" lvl="0" marL="0" marR="5080" rtl="0" algn="r">
              <a:spcBef>
                <a:spcPts val="0"/>
              </a:spcBef>
              <a:spcAft>
                <a:spcPts val="0"/>
              </a:spcAft>
              <a:buNone/>
            </a:pPr>
            <a:r>
              <a:rPr lang="en-US" sz="1100">
                <a:solidFill>
                  <a:schemeClr val="dk1"/>
                </a:solidFill>
                <a:latin typeface="Tahoma"/>
                <a:ea typeface="Tahoma"/>
                <a:cs typeface="Tahoma"/>
                <a:sym typeface="Tahoma"/>
              </a:rPr>
              <a:t>Ingestão de dados</a:t>
            </a:r>
            <a:endParaRPr sz="1100">
              <a:solidFill>
                <a:schemeClr val="dk1"/>
              </a:solidFill>
              <a:latin typeface="Tahoma"/>
              <a:ea typeface="Tahoma"/>
              <a:cs typeface="Tahoma"/>
              <a:sym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pic>
        <p:nvPicPr>
          <p:cNvPr id="108" name="Google Shape;108;p10"/>
          <p:cNvPicPr preferRelativeResize="0"/>
          <p:nvPr/>
        </p:nvPicPr>
        <p:blipFill rotWithShape="1">
          <a:blip r:embed="rId3">
            <a:alphaModFix/>
          </a:blip>
          <a:srcRect b="0" l="0" r="0" t="0"/>
          <a:stretch/>
        </p:blipFill>
        <p:spPr>
          <a:xfrm>
            <a:off x="0" y="0"/>
            <a:ext cx="5760387" cy="3236792"/>
          </a:xfrm>
          <a:prstGeom prst="rect">
            <a:avLst/>
          </a:prstGeom>
          <a:noFill/>
          <a:ln>
            <a:noFill/>
          </a:ln>
        </p:spPr>
      </p:pic>
      <p:sp>
        <p:nvSpPr>
          <p:cNvPr id="109" name="Google Shape;109;p10"/>
          <p:cNvSpPr/>
          <p:nvPr/>
        </p:nvSpPr>
        <p:spPr>
          <a:xfrm>
            <a:off x="359773" y="431495"/>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110" name="Google Shape;110;p10"/>
          <p:cNvGrpSpPr/>
          <p:nvPr/>
        </p:nvGrpSpPr>
        <p:grpSpPr>
          <a:xfrm>
            <a:off x="0" y="2720097"/>
            <a:ext cx="5762625" cy="518402"/>
            <a:chOff x="0" y="2720097"/>
            <a:chExt cx="5762625" cy="518402"/>
          </a:xfrm>
        </p:grpSpPr>
        <p:pic>
          <p:nvPicPr>
            <p:cNvPr id="111" name="Google Shape;111;p10"/>
            <p:cNvPicPr preferRelativeResize="0"/>
            <p:nvPr/>
          </p:nvPicPr>
          <p:blipFill rotWithShape="1">
            <a:blip r:embed="rId4">
              <a:alphaModFix/>
            </a:blip>
            <a:srcRect b="0" l="0" r="0" t="0"/>
            <a:stretch/>
          </p:blipFill>
          <p:spPr>
            <a:xfrm>
              <a:off x="0" y="3020719"/>
              <a:ext cx="5762625" cy="217780"/>
            </a:xfrm>
            <a:prstGeom prst="rect">
              <a:avLst/>
            </a:prstGeom>
            <a:noFill/>
            <a:ln>
              <a:noFill/>
            </a:ln>
          </p:spPr>
        </p:pic>
        <p:pic>
          <p:nvPicPr>
            <p:cNvPr id="112" name="Google Shape;112;p10"/>
            <p:cNvPicPr preferRelativeResize="0"/>
            <p:nvPr/>
          </p:nvPicPr>
          <p:blipFill rotWithShape="1">
            <a:blip r:embed="rId5">
              <a:alphaModFix/>
            </a:blip>
            <a:srcRect b="0" l="0" r="0" t="0"/>
            <a:stretch/>
          </p:blipFill>
          <p:spPr>
            <a:xfrm>
              <a:off x="4736800" y="2720097"/>
              <a:ext cx="883518" cy="287761"/>
            </a:xfrm>
            <a:prstGeom prst="rect">
              <a:avLst/>
            </a:prstGeom>
            <a:noFill/>
            <a:ln>
              <a:noFill/>
            </a:ln>
          </p:spPr>
        </p:pic>
      </p:grpSp>
      <p:pic>
        <p:nvPicPr>
          <p:cNvPr id="113" name="Google Shape;113;p10"/>
          <p:cNvPicPr preferRelativeResize="0"/>
          <p:nvPr/>
        </p:nvPicPr>
        <p:blipFill rotWithShape="1">
          <a:blip r:embed="rId6">
            <a:alphaModFix/>
          </a:blip>
          <a:srcRect b="0" l="0" r="0" t="0"/>
          <a:stretch/>
        </p:blipFill>
        <p:spPr>
          <a:xfrm>
            <a:off x="359773" y="60696"/>
            <a:ext cx="333167" cy="333036"/>
          </a:xfrm>
          <a:prstGeom prst="rect">
            <a:avLst/>
          </a:prstGeom>
          <a:noFill/>
          <a:ln>
            <a:noFill/>
          </a:ln>
        </p:spPr>
      </p:pic>
      <p:pic>
        <p:nvPicPr>
          <p:cNvPr id="114" name="Google Shape;114;p10"/>
          <p:cNvPicPr preferRelativeResize="0"/>
          <p:nvPr/>
        </p:nvPicPr>
        <p:blipFill rotWithShape="1">
          <a:blip r:embed="rId7">
            <a:alphaModFix/>
          </a:blip>
          <a:srcRect b="0" l="0" r="0" t="0"/>
          <a:stretch/>
        </p:blipFill>
        <p:spPr>
          <a:xfrm>
            <a:off x="367820" y="884232"/>
            <a:ext cx="456915" cy="456915"/>
          </a:xfrm>
          <a:prstGeom prst="rect">
            <a:avLst/>
          </a:prstGeom>
          <a:noFill/>
          <a:ln>
            <a:noFill/>
          </a:ln>
        </p:spPr>
      </p:pic>
      <p:pic>
        <p:nvPicPr>
          <p:cNvPr id="115" name="Google Shape;115;p10"/>
          <p:cNvPicPr preferRelativeResize="0"/>
          <p:nvPr/>
        </p:nvPicPr>
        <p:blipFill rotWithShape="1">
          <a:blip r:embed="rId8">
            <a:alphaModFix/>
          </a:blip>
          <a:srcRect b="0" l="0" r="0" t="0"/>
          <a:stretch/>
        </p:blipFill>
        <p:spPr>
          <a:xfrm>
            <a:off x="919824" y="766717"/>
            <a:ext cx="3988496" cy="752007"/>
          </a:xfrm>
          <a:prstGeom prst="rect">
            <a:avLst/>
          </a:prstGeom>
          <a:noFill/>
          <a:ln>
            <a:noFill/>
          </a:ln>
        </p:spPr>
      </p:pic>
      <p:sp>
        <p:nvSpPr>
          <p:cNvPr id="116" name="Google Shape;116;p10"/>
          <p:cNvSpPr/>
          <p:nvPr/>
        </p:nvSpPr>
        <p:spPr>
          <a:xfrm>
            <a:off x="443906" y="1682114"/>
            <a:ext cx="301625" cy="419100"/>
          </a:xfrm>
          <a:custGeom>
            <a:rect b="b" l="l" r="r" t="t"/>
            <a:pathLst>
              <a:path extrusionOk="0" h="419100" w="301625">
                <a:moveTo>
                  <a:pt x="82930" y="42494"/>
                </a:moveTo>
                <a:lnTo>
                  <a:pt x="74625" y="42494"/>
                </a:lnTo>
                <a:lnTo>
                  <a:pt x="74625" y="41662"/>
                </a:lnTo>
                <a:lnTo>
                  <a:pt x="77904" y="25459"/>
                </a:lnTo>
                <a:lnTo>
                  <a:pt x="86842" y="12215"/>
                </a:lnTo>
                <a:lnTo>
                  <a:pt x="100087" y="3278"/>
                </a:lnTo>
                <a:lnTo>
                  <a:pt x="116287" y="0"/>
                </a:lnTo>
                <a:lnTo>
                  <a:pt x="185109" y="0"/>
                </a:lnTo>
                <a:lnTo>
                  <a:pt x="201307" y="3278"/>
                </a:lnTo>
                <a:lnTo>
                  <a:pt x="208759" y="8304"/>
                </a:lnTo>
                <a:lnTo>
                  <a:pt x="116287" y="8304"/>
                </a:lnTo>
                <a:lnTo>
                  <a:pt x="103316" y="10930"/>
                </a:lnTo>
                <a:lnTo>
                  <a:pt x="92711" y="18086"/>
                </a:lnTo>
                <a:lnTo>
                  <a:pt x="85555" y="28690"/>
                </a:lnTo>
                <a:lnTo>
                  <a:pt x="82930" y="41662"/>
                </a:lnTo>
                <a:lnTo>
                  <a:pt x="82930" y="42494"/>
                </a:lnTo>
                <a:close/>
              </a:path>
              <a:path extrusionOk="0" h="419100" w="301625">
                <a:moveTo>
                  <a:pt x="226771" y="42494"/>
                </a:moveTo>
                <a:lnTo>
                  <a:pt x="218466" y="42494"/>
                </a:lnTo>
                <a:lnTo>
                  <a:pt x="218466" y="41662"/>
                </a:lnTo>
                <a:lnTo>
                  <a:pt x="215841" y="28690"/>
                </a:lnTo>
                <a:lnTo>
                  <a:pt x="208685" y="18086"/>
                </a:lnTo>
                <a:lnTo>
                  <a:pt x="198080" y="10930"/>
                </a:lnTo>
                <a:lnTo>
                  <a:pt x="185109" y="8304"/>
                </a:lnTo>
                <a:lnTo>
                  <a:pt x="208759" y="8304"/>
                </a:lnTo>
                <a:lnTo>
                  <a:pt x="214553" y="12215"/>
                </a:lnTo>
                <a:lnTo>
                  <a:pt x="223491" y="25459"/>
                </a:lnTo>
                <a:lnTo>
                  <a:pt x="226771" y="41662"/>
                </a:lnTo>
                <a:lnTo>
                  <a:pt x="226771" y="42494"/>
                </a:lnTo>
                <a:close/>
              </a:path>
              <a:path extrusionOk="0" h="419100" w="301625">
                <a:moveTo>
                  <a:pt x="94274" y="42494"/>
                </a:moveTo>
                <a:lnTo>
                  <a:pt x="85969" y="42494"/>
                </a:lnTo>
                <a:lnTo>
                  <a:pt x="85969" y="41662"/>
                </a:lnTo>
                <a:lnTo>
                  <a:pt x="88356" y="29872"/>
                </a:lnTo>
                <a:lnTo>
                  <a:pt x="94859" y="20234"/>
                </a:lnTo>
                <a:lnTo>
                  <a:pt x="104497" y="13730"/>
                </a:lnTo>
                <a:lnTo>
                  <a:pt x="116287" y="11344"/>
                </a:lnTo>
                <a:lnTo>
                  <a:pt x="185109" y="11344"/>
                </a:lnTo>
                <a:lnTo>
                  <a:pt x="196899" y="13730"/>
                </a:lnTo>
                <a:lnTo>
                  <a:pt x="205670" y="19649"/>
                </a:lnTo>
                <a:lnTo>
                  <a:pt x="116287" y="19649"/>
                </a:lnTo>
                <a:lnTo>
                  <a:pt x="107730" y="21381"/>
                </a:lnTo>
                <a:lnTo>
                  <a:pt x="100732" y="26103"/>
                </a:lnTo>
                <a:lnTo>
                  <a:pt x="96008" y="33101"/>
                </a:lnTo>
                <a:lnTo>
                  <a:pt x="94274" y="41662"/>
                </a:lnTo>
                <a:lnTo>
                  <a:pt x="94274" y="42494"/>
                </a:lnTo>
                <a:close/>
              </a:path>
              <a:path extrusionOk="0" h="419100" w="301625">
                <a:moveTo>
                  <a:pt x="215427" y="42494"/>
                </a:moveTo>
                <a:lnTo>
                  <a:pt x="207122" y="42494"/>
                </a:lnTo>
                <a:lnTo>
                  <a:pt x="207122" y="41662"/>
                </a:lnTo>
                <a:lnTo>
                  <a:pt x="205389" y="33101"/>
                </a:lnTo>
                <a:lnTo>
                  <a:pt x="200666" y="26103"/>
                </a:lnTo>
                <a:lnTo>
                  <a:pt x="193667" y="21381"/>
                </a:lnTo>
                <a:lnTo>
                  <a:pt x="185109" y="19649"/>
                </a:lnTo>
                <a:lnTo>
                  <a:pt x="205670" y="19649"/>
                </a:lnTo>
                <a:lnTo>
                  <a:pt x="206537" y="20234"/>
                </a:lnTo>
                <a:lnTo>
                  <a:pt x="213040" y="29872"/>
                </a:lnTo>
                <a:lnTo>
                  <a:pt x="215427" y="41662"/>
                </a:lnTo>
                <a:lnTo>
                  <a:pt x="215427" y="42494"/>
                </a:lnTo>
                <a:close/>
              </a:path>
              <a:path extrusionOk="0" h="419100" w="301625">
                <a:moveTo>
                  <a:pt x="297771" y="90122"/>
                </a:moveTo>
                <a:lnTo>
                  <a:pt x="3643" y="90122"/>
                </a:lnTo>
                <a:lnTo>
                  <a:pt x="0" y="86478"/>
                </a:lnTo>
                <a:lnTo>
                  <a:pt x="16247" y="44585"/>
                </a:lnTo>
                <a:lnTo>
                  <a:pt x="26578" y="42494"/>
                </a:lnTo>
                <a:lnTo>
                  <a:pt x="274830" y="42494"/>
                </a:lnTo>
                <a:lnTo>
                  <a:pt x="285165" y="44585"/>
                </a:lnTo>
                <a:lnTo>
                  <a:pt x="293614" y="50286"/>
                </a:lnTo>
                <a:lnTo>
                  <a:pt x="293961" y="50799"/>
                </a:lnTo>
                <a:lnTo>
                  <a:pt x="26578" y="50799"/>
                </a:lnTo>
                <a:lnTo>
                  <a:pt x="19472" y="52237"/>
                </a:lnTo>
                <a:lnTo>
                  <a:pt x="13663" y="56157"/>
                </a:lnTo>
                <a:lnTo>
                  <a:pt x="9743" y="61966"/>
                </a:lnTo>
                <a:lnTo>
                  <a:pt x="8304" y="69072"/>
                </a:lnTo>
                <a:lnTo>
                  <a:pt x="8304" y="81817"/>
                </a:lnTo>
                <a:lnTo>
                  <a:pt x="301409" y="81817"/>
                </a:lnTo>
                <a:lnTo>
                  <a:pt x="301409" y="86478"/>
                </a:lnTo>
                <a:lnTo>
                  <a:pt x="297771" y="90122"/>
                </a:lnTo>
                <a:close/>
              </a:path>
              <a:path extrusionOk="0" h="419100" w="301625">
                <a:moveTo>
                  <a:pt x="301409" y="81817"/>
                </a:moveTo>
                <a:lnTo>
                  <a:pt x="293092" y="81817"/>
                </a:lnTo>
                <a:lnTo>
                  <a:pt x="293092" y="69072"/>
                </a:lnTo>
                <a:lnTo>
                  <a:pt x="291653" y="61966"/>
                </a:lnTo>
                <a:lnTo>
                  <a:pt x="287733" y="56157"/>
                </a:lnTo>
                <a:lnTo>
                  <a:pt x="281924" y="52237"/>
                </a:lnTo>
                <a:lnTo>
                  <a:pt x="274818" y="50799"/>
                </a:lnTo>
                <a:lnTo>
                  <a:pt x="293961" y="50799"/>
                </a:lnTo>
                <a:lnTo>
                  <a:pt x="299316" y="58735"/>
                </a:lnTo>
                <a:lnTo>
                  <a:pt x="301409" y="69072"/>
                </a:lnTo>
                <a:lnTo>
                  <a:pt x="301409" y="81817"/>
                </a:lnTo>
                <a:close/>
              </a:path>
              <a:path extrusionOk="0" h="419100" w="301625">
                <a:moveTo>
                  <a:pt x="229978" y="418833"/>
                </a:moveTo>
                <a:lnTo>
                  <a:pt x="71442" y="418833"/>
                </a:lnTo>
                <a:lnTo>
                  <a:pt x="56282" y="415889"/>
                </a:lnTo>
                <a:lnTo>
                  <a:pt x="43652" y="407828"/>
                </a:lnTo>
                <a:lnTo>
                  <a:pt x="34751" y="395780"/>
                </a:lnTo>
                <a:lnTo>
                  <a:pt x="30784" y="380874"/>
                </a:lnTo>
                <a:lnTo>
                  <a:pt x="11560" y="100252"/>
                </a:lnTo>
                <a:lnTo>
                  <a:pt x="11482" y="99103"/>
                </a:lnTo>
                <a:lnTo>
                  <a:pt x="11888" y="97972"/>
                </a:lnTo>
                <a:lnTo>
                  <a:pt x="13464" y="96291"/>
                </a:lnTo>
                <a:lnTo>
                  <a:pt x="14551" y="95818"/>
                </a:lnTo>
                <a:lnTo>
                  <a:pt x="286851" y="95818"/>
                </a:lnTo>
                <a:lnTo>
                  <a:pt x="287952" y="96291"/>
                </a:lnTo>
                <a:lnTo>
                  <a:pt x="289519" y="97972"/>
                </a:lnTo>
                <a:lnTo>
                  <a:pt x="289920" y="99103"/>
                </a:lnTo>
                <a:lnTo>
                  <a:pt x="289577" y="104129"/>
                </a:lnTo>
                <a:lnTo>
                  <a:pt x="20146" y="104129"/>
                </a:lnTo>
                <a:lnTo>
                  <a:pt x="38743" y="375609"/>
                </a:lnTo>
                <a:lnTo>
                  <a:pt x="38801" y="376453"/>
                </a:lnTo>
                <a:lnTo>
                  <a:pt x="38921" y="378212"/>
                </a:lnTo>
                <a:lnTo>
                  <a:pt x="39033" y="379845"/>
                </a:lnTo>
                <a:lnTo>
                  <a:pt x="71436" y="410534"/>
                </a:lnTo>
                <a:lnTo>
                  <a:pt x="253509" y="410534"/>
                </a:lnTo>
                <a:lnTo>
                  <a:pt x="245121" y="415889"/>
                </a:lnTo>
                <a:lnTo>
                  <a:pt x="229978" y="418833"/>
                </a:lnTo>
                <a:close/>
              </a:path>
              <a:path extrusionOk="0" h="419100" w="301625">
                <a:moveTo>
                  <a:pt x="253509" y="410534"/>
                </a:moveTo>
                <a:lnTo>
                  <a:pt x="229948" y="410534"/>
                </a:lnTo>
                <a:lnTo>
                  <a:pt x="242009" y="408195"/>
                </a:lnTo>
                <a:lnTo>
                  <a:pt x="252068" y="401777"/>
                </a:lnTo>
                <a:lnTo>
                  <a:pt x="259160" y="392183"/>
                </a:lnTo>
                <a:lnTo>
                  <a:pt x="262325" y="380312"/>
                </a:lnTo>
                <a:lnTo>
                  <a:pt x="281244" y="104129"/>
                </a:lnTo>
                <a:lnTo>
                  <a:pt x="289577" y="104129"/>
                </a:lnTo>
                <a:lnTo>
                  <a:pt x="270979" y="375609"/>
                </a:lnTo>
                <a:lnTo>
                  <a:pt x="270921" y="376453"/>
                </a:lnTo>
                <a:lnTo>
                  <a:pt x="270800" y="378212"/>
                </a:lnTo>
                <a:lnTo>
                  <a:pt x="270688" y="379845"/>
                </a:lnTo>
                <a:lnTo>
                  <a:pt x="270618" y="380874"/>
                </a:lnTo>
                <a:lnTo>
                  <a:pt x="266649" y="395780"/>
                </a:lnTo>
                <a:lnTo>
                  <a:pt x="257747" y="407828"/>
                </a:lnTo>
                <a:lnTo>
                  <a:pt x="253509" y="410534"/>
                </a:lnTo>
                <a:close/>
              </a:path>
              <a:path extrusionOk="0" h="419100" w="301625">
                <a:moveTo>
                  <a:pt x="110083" y="384758"/>
                </a:moveTo>
                <a:lnTo>
                  <a:pt x="92336" y="384758"/>
                </a:lnTo>
                <a:lnTo>
                  <a:pt x="85114" y="377536"/>
                </a:lnTo>
                <a:lnTo>
                  <a:pt x="85114" y="137122"/>
                </a:lnTo>
                <a:lnTo>
                  <a:pt x="92336" y="129900"/>
                </a:lnTo>
                <a:lnTo>
                  <a:pt x="110083" y="129900"/>
                </a:lnTo>
                <a:lnTo>
                  <a:pt x="117305" y="137122"/>
                </a:lnTo>
                <a:lnTo>
                  <a:pt x="117305" y="138205"/>
                </a:lnTo>
                <a:lnTo>
                  <a:pt x="96913" y="138205"/>
                </a:lnTo>
                <a:lnTo>
                  <a:pt x="93419" y="141699"/>
                </a:lnTo>
                <a:lnTo>
                  <a:pt x="93419" y="372958"/>
                </a:lnTo>
                <a:lnTo>
                  <a:pt x="96913" y="376453"/>
                </a:lnTo>
                <a:lnTo>
                  <a:pt x="117305" y="376453"/>
                </a:lnTo>
                <a:lnTo>
                  <a:pt x="117305" y="377536"/>
                </a:lnTo>
                <a:lnTo>
                  <a:pt x="110083" y="384758"/>
                </a:lnTo>
                <a:close/>
              </a:path>
              <a:path extrusionOk="0" h="419100" w="301625">
                <a:moveTo>
                  <a:pt x="159571" y="384758"/>
                </a:moveTo>
                <a:lnTo>
                  <a:pt x="141819" y="384758"/>
                </a:lnTo>
                <a:lnTo>
                  <a:pt x="134597" y="377536"/>
                </a:lnTo>
                <a:lnTo>
                  <a:pt x="134597" y="137122"/>
                </a:lnTo>
                <a:lnTo>
                  <a:pt x="141819" y="129900"/>
                </a:lnTo>
                <a:lnTo>
                  <a:pt x="159565" y="129900"/>
                </a:lnTo>
                <a:lnTo>
                  <a:pt x="166787" y="137122"/>
                </a:lnTo>
                <a:lnTo>
                  <a:pt x="166787" y="138205"/>
                </a:lnTo>
                <a:lnTo>
                  <a:pt x="146396" y="138205"/>
                </a:lnTo>
                <a:lnTo>
                  <a:pt x="142902" y="141699"/>
                </a:lnTo>
                <a:lnTo>
                  <a:pt x="142902" y="372958"/>
                </a:lnTo>
                <a:lnTo>
                  <a:pt x="146396" y="376453"/>
                </a:lnTo>
                <a:lnTo>
                  <a:pt x="166787" y="376453"/>
                </a:lnTo>
                <a:lnTo>
                  <a:pt x="166787" y="377536"/>
                </a:lnTo>
                <a:lnTo>
                  <a:pt x="159571" y="384758"/>
                </a:lnTo>
                <a:close/>
              </a:path>
              <a:path extrusionOk="0" h="419100" w="301625">
                <a:moveTo>
                  <a:pt x="209054" y="384758"/>
                </a:moveTo>
                <a:lnTo>
                  <a:pt x="191302" y="384758"/>
                </a:lnTo>
                <a:lnTo>
                  <a:pt x="184080" y="377536"/>
                </a:lnTo>
                <a:lnTo>
                  <a:pt x="184080" y="137122"/>
                </a:lnTo>
                <a:lnTo>
                  <a:pt x="191302" y="129900"/>
                </a:lnTo>
                <a:lnTo>
                  <a:pt x="209048" y="129900"/>
                </a:lnTo>
                <a:lnTo>
                  <a:pt x="216270" y="137122"/>
                </a:lnTo>
                <a:lnTo>
                  <a:pt x="216270" y="138205"/>
                </a:lnTo>
                <a:lnTo>
                  <a:pt x="195879" y="138205"/>
                </a:lnTo>
                <a:lnTo>
                  <a:pt x="192385" y="141699"/>
                </a:lnTo>
                <a:lnTo>
                  <a:pt x="192385" y="372958"/>
                </a:lnTo>
                <a:lnTo>
                  <a:pt x="195879" y="376453"/>
                </a:lnTo>
                <a:lnTo>
                  <a:pt x="216270" y="376453"/>
                </a:lnTo>
                <a:lnTo>
                  <a:pt x="216270" y="377536"/>
                </a:lnTo>
                <a:lnTo>
                  <a:pt x="209054" y="384758"/>
                </a:lnTo>
                <a:close/>
              </a:path>
              <a:path extrusionOk="0" h="419100" w="301625">
                <a:moveTo>
                  <a:pt x="67947" y="379845"/>
                </a:moveTo>
                <a:lnTo>
                  <a:pt x="63143" y="379845"/>
                </a:lnTo>
                <a:lnTo>
                  <a:pt x="61413" y="378212"/>
                </a:lnTo>
                <a:lnTo>
                  <a:pt x="50295" y="138205"/>
                </a:lnTo>
                <a:lnTo>
                  <a:pt x="50244" y="137122"/>
                </a:lnTo>
                <a:lnTo>
                  <a:pt x="50129" y="134656"/>
                </a:lnTo>
                <a:lnTo>
                  <a:pt x="52096" y="132496"/>
                </a:lnTo>
                <a:lnTo>
                  <a:pt x="56477" y="132496"/>
                </a:lnTo>
                <a:lnTo>
                  <a:pt x="58428" y="134274"/>
                </a:lnTo>
                <a:lnTo>
                  <a:pt x="69488" y="372958"/>
                </a:lnTo>
                <a:lnTo>
                  <a:pt x="69611" y="375609"/>
                </a:lnTo>
                <a:lnTo>
                  <a:pt x="69718" y="377901"/>
                </a:lnTo>
                <a:lnTo>
                  <a:pt x="67947" y="379845"/>
                </a:lnTo>
                <a:close/>
              </a:path>
              <a:path extrusionOk="0" h="419100" w="301625">
                <a:moveTo>
                  <a:pt x="238254" y="379845"/>
                </a:moveTo>
                <a:lnTo>
                  <a:pt x="233443" y="379845"/>
                </a:lnTo>
                <a:lnTo>
                  <a:pt x="231672" y="377901"/>
                </a:lnTo>
                <a:lnTo>
                  <a:pt x="242779" y="138205"/>
                </a:lnTo>
                <a:lnTo>
                  <a:pt x="242837" y="136948"/>
                </a:lnTo>
                <a:lnTo>
                  <a:pt x="242962" y="134274"/>
                </a:lnTo>
                <a:lnTo>
                  <a:pt x="244889" y="132496"/>
                </a:lnTo>
                <a:lnTo>
                  <a:pt x="249283" y="132496"/>
                </a:lnTo>
                <a:lnTo>
                  <a:pt x="251250" y="134656"/>
                </a:lnTo>
                <a:lnTo>
                  <a:pt x="240219" y="372958"/>
                </a:lnTo>
                <a:lnTo>
                  <a:pt x="240096" y="375609"/>
                </a:lnTo>
                <a:lnTo>
                  <a:pt x="239977" y="378212"/>
                </a:lnTo>
                <a:lnTo>
                  <a:pt x="238254" y="379845"/>
                </a:lnTo>
                <a:close/>
              </a:path>
              <a:path extrusionOk="0" h="419100" w="301625">
                <a:moveTo>
                  <a:pt x="117305" y="376453"/>
                </a:moveTo>
                <a:lnTo>
                  <a:pt x="105505" y="376453"/>
                </a:lnTo>
                <a:lnTo>
                  <a:pt x="109000" y="372958"/>
                </a:lnTo>
                <a:lnTo>
                  <a:pt x="109000" y="141699"/>
                </a:lnTo>
                <a:lnTo>
                  <a:pt x="105505" y="138205"/>
                </a:lnTo>
                <a:lnTo>
                  <a:pt x="117305" y="138205"/>
                </a:lnTo>
                <a:lnTo>
                  <a:pt x="117305" y="376453"/>
                </a:lnTo>
                <a:close/>
              </a:path>
              <a:path extrusionOk="0" h="419100" w="301625">
                <a:moveTo>
                  <a:pt x="166787" y="376453"/>
                </a:moveTo>
                <a:lnTo>
                  <a:pt x="154988" y="376453"/>
                </a:lnTo>
                <a:lnTo>
                  <a:pt x="158482" y="372958"/>
                </a:lnTo>
                <a:lnTo>
                  <a:pt x="158482" y="141699"/>
                </a:lnTo>
                <a:lnTo>
                  <a:pt x="154988" y="138205"/>
                </a:lnTo>
                <a:lnTo>
                  <a:pt x="166787" y="138205"/>
                </a:lnTo>
                <a:lnTo>
                  <a:pt x="166787" y="376453"/>
                </a:lnTo>
                <a:close/>
              </a:path>
              <a:path extrusionOk="0" h="419100" w="301625">
                <a:moveTo>
                  <a:pt x="216270" y="376453"/>
                </a:moveTo>
                <a:lnTo>
                  <a:pt x="204471" y="376453"/>
                </a:lnTo>
                <a:lnTo>
                  <a:pt x="207965" y="372958"/>
                </a:lnTo>
                <a:lnTo>
                  <a:pt x="207965" y="141699"/>
                </a:lnTo>
                <a:lnTo>
                  <a:pt x="204471" y="138205"/>
                </a:lnTo>
                <a:lnTo>
                  <a:pt x="216270" y="138205"/>
                </a:lnTo>
                <a:lnTo>
                  <a:pt x="216270" y="376453"/>
                </a:lnTo>
                <a:close/>
              </a:path>
            </a:pathLst>
          </a:custGeom>
          <a:solidFill>
            <a:srgbClr val="8300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7" name="Google Shape;117;p10"/>
          <p:cNvSpPr/>
          <p:nvPr/>
        </p:nvSpPr>
        <p:spPr>
          <a:xfrm>
            <a:off x="323824" y="2445905"/>
            <a:ext cx="542290" cy="417830"/>
          </a:xfrm>
          <a:custGeom>
            <a:rect b="b" l="l" r="r" t="t"/>
            <a:pathLst>
              <a:path extrusionOk="0" h="417830" w="542290">
                <a:moveTo>
                  <a:pt x="243344" y="316217"/>
                </a:moveTo>
                <a:lnTo>
                  <a:pt x="239636" y="313143"/>
                </a:lnTo>
                <a:lnTo>
                  <a:pt x="231013" y="313143"/>
                </a:lnTo>
                <a:lnTo>
                  <a:pt x="227926" y="316230"/>
                </a:lnTo>
                <a:lnTo>
                  <a:pt x="227926" y="320535"/>
                </a:lnTo>
                <a:lnTo>
                  <a:pt x="228549" y="324853"/>
                </a:lnTo>
                <a:lnTo>
                  <a:pt x="231622" y="328549"/>
                </a:lnTo>
                <a:lnTo>
                  <a:pt x="235940" y="328549"/>
                </a:lnTo>
                <a:lnTo>
                  <a:pt x="240258" y="328549"/>
                </a:lnTo>
                <a:lnTo>
                  <a:pt x="243344" y="324853"/>
                </a:lnTo>
                <a:lnTo>
                  <a:pt x="243344" y="316217"/>
                </a:lnTo>
                <a:close/>
              </a:path>
              <a:path extrusionOk="0" h="417830" w="542290">
                <a:moveTo>
                  <a:pt x="472643" y="332244"/>
                </a:moveTo>
                <a:lnTo>
                  <a:pt x="472427" y="300812"/>
                </a:lnTo>
                <a:lnTo>
                  <a:pt x="472313" y="284784"/>
                </a:lnTo>
                <a:lnTo>
                  <a:pt x="472097" y="252120"/>
                </a:lnTo>
                <a:lnTo>
                  <a:pt x="472033" y="239788"/>
                </a:lnTo>
                <a:lnTo>
                  <a:pt x="468947" y="236702"/>
                </a:lnTo>
                <a:lnTo>
                  <a:pt x="460324" y="236702"/>
                </a:lnTo>
                <a:lnTo>
                  <a:pt x="457238" y="240398"/>
                </a:lnTo>
                <a:lnTo>
                  <a:pt x="457238" y="284784"/>
                </a:lnTo>
                <a:lnTo>
                  <a:pt x="457238" y="300812"/>
                </a:lnTo>
                <a:lnTo>
                  <a:pt x="457238" y="337794"/>
                </a:lnTo>
                <a:lnTo>
                  <a:pt x="455396" y="341503"/>
                </a:lnTo>
                <a:lnTo>
                  <a:pt x="19570" y="341503"/>
                </a:lnTo>
                <a:lnTo>
                  <a:pt x="15265" y="336562"/>
                </a:lnTo>
                <a:lnTo>
                  <a:pt x="15265" y="300812"/>
                </a:lnTo>
                <a:lnTo>
                  <a:pt x="457238" y="300812"/>
                </a:lnTo>
                <a:lnTo>
                  <a:pt x="457238" y="284784"/>
                </a:lnTo>
                <a:lnTo>
                  <a:pt x="423951" y="284784"/>
                </a:lnTo>
                <a:lnTo>
                  <a:pt x="423951" y="232384"/>
                </a:lnTo>
                <a:lnTo>
                  <a:pt x="420255" y="229311"/>
                </a:lnTo>
                <a:lnTo>
                  <a:pt x="367245" y="229311"/>
                </a:lnTo>
                <a:lnTo>
                  <a:pt x="364159" y="233006"/>
                </a:lnTo>
                <a:lnTo>
                  <a:pt x="364159" y="284784"/>
                </a:lnTo>
                <a:lnTo>
                  <a:pt x="330873" y="284784"/>
                </a:lnTo>
                <a:lnTo>
                  <a:pt x="330873" y="168275"/>
                </a:lnTo>
                <a:lnTo>
                  <a:pt x="327787" y="165201"/>
                </a:lnTo>
                <a:lnTo>
                  <a:pt x="274777" y="165201"/>
                </a:lnTo>
                <a:lnTo>
                  <a:pt x="271691" y="168275"/>
                </a:lnTo>
                <a:lnTo>
                  <a:pt x="271691" y="284784"/>
                </a:lnTo>
                <a:lnTo>
                  <a:pt x="238404" y="284784"/>
                </a:lnTo>
                <a:lnTo>
                  <a:pt x="238404" y="194170"/>
                </a:lnTo>
                <a:lnTo>
                  <a:pt x="234708" y="191084"/>
                </a:lnTo>
                <a:lnTo>
                  <a:pt x="182308" y="191084"/>
                </a:lnTo>
                <a:lnTo>
                  <a:pt x="179235" y="194792"/>
                </a:lnTo>
                <a:lnTo>
                  <a:pt x="179235" y="284784"/>
                </a:lnTo>
                <a:lnTo>
                  <a:pt x="145948" y="284784"/>
                </a:lnTo>
                <a:lnTo>
                  <a:pt x="145948" y="54851"/>
                </a:lnTo>
                <a:lnTo>
                  <a:pt x="142240" y="51777"/>
                </a:lnTo>
                <a:lnTo>
                  <a:pt x="89852" y="51777"/>
                </a:lnTo>
                <a:lnTo>
                  <a:pt x="86766" y="55473"/>
                </a:lnTo>
                <a:lnTo>
                  <a:pt x="86766" y="284784"/>
                </a:lnTo>
                <a:lnTo>
                  <a:pt x="18961" y="284784"/>
                </a:lnTo>
                <a:lnTo>
                  <a:pt x="18961" y="252120"/>
                </a:lnTo>
                <a:lnTo>
                  <a:pt x="62725" y="252120"/>
                </a:lnTo>
                <a:lnTo>
                  <a:pt x="65811" y="248412"/>
                </a:lnTo>
                <a:lnTo>
                  <a:pt x="65811" y="241020"/>
                </a:lnTo>
                <a:lnTo>
                  <a:pt x="62103" y="237324"/>
                </a:lnTo>
                <a:lnTo>
                  <a:pt x="15875" y="237324"/>
                </a:lnTo>
                <a:lnTo>
                  <a:pt x="15875" y="206502"/>
                </a:lnTo>
                <a:lnTo>
                  <a:pt x="59639" y="206502"/>
                </a:lnTo>
                <a:lnTo>
                  <a:pt x="62725" y="202806"/>
                </a:lnTo>
                <a:lnTo>
                  <a:pt x="62725" y="195402"/>
                </a:lnTo>
                <a:lnTo>
                  <a:pt x="59029" y="191706"/>
                </a:lnTo>
                <a:lnTo>
                  <a:pt x="15875" y="191706"/>
                </a:lnTo>
                <a:lnTo>
                  <a:pt x="15875" y="160883"/>
                </a:lnTo>
                <a:lnTo>
                  <a:pt x="59639" y="160883"/>
                </a:lnTo>
                <a:lnTo>
                  <a:pt x="62725" y="157187"/>
                </a:lnTo>
                <a:lnTo>
                  <a:pt x="62725" y="149783"/>
                </a:lnTo>
                <a:lnTo>
                  <a:pt x="59029" y="146088"/>
                </a:lnTo>
                <a:lnTo>
                  <a:pt x="15875" y="146088"/>
                </a:lnTo>
                <a:lnTo>
                  <a:pt x="15875" y="115265"/>
                </a:lnTo>
                <a:lnTo>
                  <a:pt x="59639" y="115265"/>
                </a:lnTo>
                <a:lnTo>
                  <a:pt x="62725" y="111569"/>
                </a:lnTo>
                <a:lnTo>
                  <a:pt x="62725" y="104165"/>
                </a:lnTo>
                <a:lnTo>
                  <a:pt x="59029" y="100469"/>
                </a:lnTo>
                <a:lnTo>
                  <a:pt x="15875" y="100469"/>
                </a:lnTo>
                <a:lnTo>
                  <a:pt x="15875" y="69646"/>
                </a:lnTo>
                <a:lnTo>
                  <a:pt x="59639" y="69646"/>
                </a:lnTo>
                <a:lnTo>
                  <a:pt x="62725" y="65951"/>
                </a:lnTo>
                <a:lnTo>
                  <a:pt x="62725" y="58559"/>
                </a:lnTo>
                <a:lnTo>
                  <a:pt x="59029" y="54851"/>
                </a:lnTo>
                <a:lnTo>
                  <a:pt x="15875" y="54851"/>
                </a:lnTo>
                <a:lnTo>
                  <a:pt x="15875" y="17259"/>
                </a:lnTo>
                <a:lnTo>
                  <a:pt x="18338" y="15405"/>
                </a:lnTo>
                <a:lnTo>
                  <a:pt x="454774" y="15405"/>
                </a:lnTo>
                <a:lnTo>
                  <a:pt x="456628" y="17868"/>
                </a:lnTo>
                <a:lnTo>
                  <a:pt x="456628" y="166433"/>
                </a:lnTo>
                <a:lnTo>
                  <a:pt x="460324" y="169506"/>
                </a:lnTo>
                <a:lnTo>
                  <a:pt x="467715" y="169506"/>
                </a:lnTo>
                <a:lnTo>
                  <a:pt x="471424" y="165811"/>
                </a:lnTo>
                <a:lnTo>
                  <a:pt x="471424" y="20332"/>
                </a:lnTo>
                <a:lnTo>
                  <a:pt x="470408" y="15405"/>
                </a:lnTo>
                <a:lnTo>
                  <a:pt x="469798" y="12471"/>
                </a:lnTo>
                <a:lnTo>
                  <a:pt x="465404" y="6007"/>
                </a:lnTo>
                <a:lnTo>
                  <a:pt x="458939" y="1612"/>
                </a:lnTo>
                <a:lnTo>
                  <a:pt x="451078" y="0"/>
                </a:lnTo>
                <a:lnTo>
                  <a:pt x="20802" y="0"/>
                </a:lnTo>
                <a:lnTo>
                  <a:pt x="368" y="69646"/>
                </a:lnTo>
                <a:lnTo>
                  <a:pt x="279" y="115265"/>
                </a:lnTo>
                <a:lnTo>
                  <a:pt x="165" y="169506"/>
                </a:lnTo>
                <a:lnTo>
                  <a:pt x="50" y="233006"/>
                </a:lnTo>
                <a:lnTo>
                  <a:pt x="0" y="332867"/>
                </a:lnTo>
                <a:lnTo>
                  <a:pt x="1943" y="341122"/>
                </a:lnTo>
                <a:lnTo>
                  <a:pt x="6934" y="348665"/>
                </a:lnTo>
                <a:lnTo>
                  <a:pt x="14236" y="354012"/>
                </a:lnTo>
                <a:lnTo>
                  <a:pt x="23279" y="356285"/>
                </a:lnTo>
                <a:lnTo>
                  <a:pt x="176149" y="356285"/>
                </a:lnTo>
                <a:lnTo>
                  <a:pt x="176072" y="373240"/>
                </a:lnTo>
                <a:lnTo>
                  <a:pt x="163207" y="402526"/>
                </a:lnTo>
                <a:lnTo>
                  <a:pt x="134848" y="402526"/>
                </a:lnTo>
                <a:lnTo>
                  <a:pt x="131762" y="406222"/>
                </a:lnTo>
                <a:lnTo>
                  <a:pt x="131762" y="413613"/>
                </a:lnTo>
                <a:lnTo>
                  <a:pt x="135458" y="417322"/>
                </a:lnTo>
                <a:lnTo>
                  <a:pt x="337654" y="417322"/>
                </a:lnTo>
                <a:lnTo>
                  <a:pt x="340741" y="413613"/>
                </a:lnTo>
                <a:lnTo>
                  <a:pt x="340741" y="406222"/>
                </a:lnTo>
                <a:lnTo>
                  <a:pt x="337032" y="402526"/>
                </a:lnTo>
                <a:lnTo>
                  <a:pt x="309295" y="402526"/>
                </a:lnTo>
                <a:lnTo>
                  <a:pt x="303136" y="401294"/>
                </a:lnTo>
                <a:lnTo>
                  <a:pt x="298196" y="396354"/>
                </a:lnTo>
                <a:lnTo>
                  <a:pt x="296964" y="390194"/>
                </a:lnTo>
                <a:lnTo>
                  <a:pt x="296608" y="384632"/>
                </a:lnTo>
                <a:lnTo>
                  <a:pt x="296557" y="381774"/>
                </a:lnTo>
                <a:lnTo>
                  <a:pt x="296430" y="375780"/>
                </a:lnTo>
                <a:lnTo>
                  <a:pt x="296354" y="356285"/>
                </a:lnTo>
                <a:lnTo>
                  <a:pt x="451078" y="356285"/>
                </a:lnTo>
                <a:lnTo>
                  <a:pt x="461378" y="354012"/>
                </a:lnTo>
                <a:lnTo>
                  <a:pt x="461073" y="354012"/>
                </a:lnTo>
                <a:lnTo>
                  <a:pt x="467639" y="348970"/>
                </a:lnTo>
                <a:lnTo>
                  <a:pt x="471449" y="341642"/>
                </a:lnTo>
                <a:lnTo>
                  <a:pt x="471462" y="341503"/>
                </a:lnTo>
                <a:lnTo>
                  <a:pt x="471525" y="341122"/>
                </a:lnTo>
                <a:lnTo>
                  <a:pt x="472567" y="333489"/>
                </a:lnTo>
                <a:lnTo>
                  <a:pt x="472643" y="332244"/>
                </a:lnTo>
                <a:close/>
              </a:path>
              <a:path extrusionOk="0" h="417830" w="542290">
                <a:moveTo>
                  <a:pt x="541693" y="221907"/>
                </a:moveTo>
                <a:lnTo>
                  <a:pt x="537997" y="218211"/>
                </a:lnTo>
                <a:lnTo>
                  <a:pt x="533679" y="218211"/>
                </a:lnTo>
                <a:lnTo>
                  <a:pt x="529361" y="218211"/>
                </a:lnTo>
                <a:lnTo>
                  <a:pt x="526275" y="221907"/>
                </a:lnTo>
                <a:lnTo>
                  <a:pt x="526275" y="254584"/>
                </a:lnTo>
                <a:lnTo>
                  <a:pt x="338264" y="54851"/>
                </a:lnTo>
                <a:lnTo>
                  <a:pt x="335191" y="51777"/>
                </a:lnTo>
                <a:lnTo>
                  <a:pt x="330250" y="51777"/>
                </a:lnTo>
                <a:lnTo>
                  <a:pt x="327177" y="54241"/>
                </a:lnTo>
                <a:lnTo>
                  <a:pt x="263677" y="112179"/>
                </a:lnTo>
                <a:lnTo>
                  <a:pt x="180467" y="32042"/>
                </a:lnTo>
                <a:lnTo>
                  <a:pt x="176758" y="29578"/>
                </a:lnTo>
                <a:lnTo>
                  <a:pt x="172453" y="30200"/>
                </a:lnTo>
                <a:lnTo>
                  <a:pt x="169989" y="33896"/>
                </a:lnTo>
                <a:lnTo>
                  <a:pt x="168135" y="36360"/>
                </a:lnTo>
                <a:lnTo>
                  <a:pt x="168135" y="40678"/>
                </a:lnTo>
                <a:lnTo>
                  <a:pt x="169989" y="43141"/>
                </a:lnTo>
                <a:lnTo>
                  <a:pt x="258127" y="128206"/>
                </a:lnTo>
                <a:lnTo>
                  <a:pt x="261213" y="131292"/>
                </a:lnTo>
                <a:lnTo>
                  <a:pt x="265531" y="131292"/>
                </a:lnTo>
                <a:lnTo>
                  <a:pt x="268617" y="128206"/>
                </a:lnTo>
                <a:lnTo>
                  <a:pt x="331482" y="70878"/>
                </a:lnTo>
                <a:lnTo>
                  <a:pt x="513956" y="265671"/>
                </a:lnTo>
                <a:lnTo>
                  <a:pt x="484365" y="265671"/>
                </a:lnTo>
                <a:lnTo>
                  <a:pt x="481279" y="269379"/>
                </a:lnTo>
                <a:lnTo>
                  <a:pt x="481279" y="276771"/>
                </a:lnTo>
                <a:lnTo>
                  <a:pt x="484974" y="280466"/>
                </a:lnTo>
                <a:lnTo>
                  <a:pt x="536765" y="280466"/>
                </a:lnTo>
                <a:lnTo>
                  <a:pt x="539838" y="276771"/>
                </a:lnTo>
                <a:lnTo>
                  <a:pt x="539838" y="225602"/>
                </a:lnTo>
                <a:lnTo>
                  <a:pt x="541693" y="221907"/>
                </a:lnTo>
                <a:close/>
              </a:path>
            </a:pathLst>
          </a:custGeom>
          <a:solidFill>
            <a:srgbClr val="8300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18" name="Google Shape;118;p10"/>
          <p:cNvPicPr preferRelativeResize="0"/>
          <p:nvPr/>
        </p:nvPicPr>
        <p:blipFill rotWithShape="1">
          <a:blip r:embed="rId9">
            <a:alphaModFix/>
          </a:blip>
          <a:srcRect b="0" l="0" r="0" t="0"/>
          <a:stretch/>
        </p:blipFill>
        <p:spPr>
          <a:xfrm>
            <a:off x="919824" y="1876483"/>
            <a:ext cx="3588694" cy="247496"/>
          </a:xfrm>
          <a:prstGeom prst="rect">
            <a:avLst/>
          </a:prstGeom>
          <a:noFill/>
          <a:ln>
            <a:noFill/>
          </a:ln>
        </p:spPr>
      </p:pic>
      <p:pic>
        <p:nvPicPr>
          <p:cNvPr id="119" name="Google Shape;119;p10"/>
          <p:cNvPicPr preferRelativeResize="0"/>
          <p:nvPr/>
        </p:nvPicPr>
        <p:blipFill rotWithShape="1">
          <a:blip r:embed="rId10">
            <a:alphaModFix/>
          </a:blip>
          <a:srcRect b="0" l="0" r="0" t="0"/>
          <a:stretch/>
        </p:blipFill>
        <p:spPr>
          <a:xfrm>
            <a:off x="919824" y="2618181"/>
            <a:ext cx="3150816" cy="199900"/>
          </a:xfrm>
          <a:prstGeom prst="rect">
            <a:avLst/>
          </a:prstGeom>
          <a:noFill/>
          <a:ln>
            <a:noFill/>
          </a:ln>
        </p:spPr>
      </p:pic>
      <p:sp>
        <p:nvSpPr>
          <p:cNvPr descr="$PPTXTitle" id="120" name="Google Shape;120;p10"/>
          <p:cNvSpPr txBox="1"/>
          <p:nvPr/>
        </p:nvSpPr>
        <p:spPr>
          <a:xfrm>
            <a:off x="718202" y="111826"/>
            <a:ext cx="1257300" cy="20764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200">
                <a:solidFill>
                  <a:srgbClr val="A50033"/>
                </a:solidFill>
                <a:latin typeface="Tahoma"/>
                <a:ea typeface="Tahoma"/>
                <a:cs typeface="Tahoma"/>
                <a:sym typeface="Tahoma"/>
              </a:rPr>
              <a:t>Limpeza de dados</a:t>
            </a:r>
            <a:endParaRPr sz="1200">
              <a:latin typeface="Tahoma"/>
              <a:ea typeface="Tahoma"/>
              <a:cs typeface="Tahoma"/>
              <a:sym typeface="Tahoma"/>
            </a:endParaRPr>
          </a:p>
        </p:txBody>
      </p:sp>
      <p:sp>
        <p:nvSpPr>
          <p:cNvPr id="121" name="Google Shape;121;p10"/>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122" name="Google Shape;122;p10"/>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123" name="Google Shape;123;p10"/>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
        <p:nvSpPr>
          <p:cNvPr id="124" name="Google Shape;124;p10"/>
          <p:cNvSpPr txBox="1"/>
          <p:nvPr/>
        </p:nvSpPr>
        <p:spPr>
          <a:xfrm>
            <a:off x="907125" y="533250"/>
            <a:ext cx="2121600" cy="1815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100">
                <a:latin typeface="Tahoma"/>
                <a:ea typeface="Tahoma"/>
                <a:cs typeface="Tahoma"/>
                <a:sym typeface="Tahoma"/>
              </a:rPr>
              <a:t>Imputação de Dados Ausentes</a:t>
            </a:r>
            <a:endParaRPr sz="1100">
              <a:latin typeface="Tahoma"/>
              <a:ea typeface="Tahoma"/>
              <a:cs typeface="Tahoma"/>
              <a:sym typeface="Tahoma"/>
            </a:endParaRPr>
          </a:p>
        </p:txBody>
      </p:sp>
      <p:sp>
        <p:nvSpPr>
          <p:cNvPr id="125" name="Google Shape;125;p10"/>
          <p:cNvSpPr txBox="1"/>
          <p:nvPr/>
        </p:nvSpPr>
        <p:spPr>
          <a:xfrm>
            <a:off x="907125" y="1672525"/>
            <a:ext cx="1786500" cy="1815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100">
                <a:latin typeface="Tahoma"/>
                <a:ea typeface="Tahoma"/>
                <a:cs typeface="Tahoma"/>
                <a:sym typeface="Tahoma"/>
              </a:rPr>
              <a:t>Tratamento de Categóricos</a:t>
            </a:r>
            <a:endParaRPr sz="1100">
              <a:latin typeface="Tahoma"/>
              <a:ea typeface="Tahoma"/>
              <a:cs typeface="Tahoma"/>
              <a:sym typeface="Tahoma"/>
            </a:endParaRPr>
          </a:p>
        </p:txBody>
      </p:sp>
      <p:sp>
        <p:nvSpPr>
          <p:cNvPr id="126" name="Google Shape;126;p10"/>
          <p:cNvSpPr txBox="1"/>
          <p:nvPr/>
        </p:nvSpPr>
        <p:spPr>
          <a:xfrm>
            <a:off x="907125" y="2384800"/>
            <a:ext cx="1786500" cy="1815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100">
                <a:latin typeface="Tahoma"/>
                <a:ea typeface="Tahoma"/>
                <a:cs typeface="Tahoma"/>
                <a:sym typeface="Tahoma"/>
              </a:rPr>
              <a:t>Tratamento de Categóricos</a:t>
            </a:r>
            <a:endParaRPr sz="1100">
              <a:latin typeface="Tahoma"/>
              <a:ea typeface="Tahoma"/>
              <a:cs typeface="Tahoma"/>
              <a:sym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1"/>
          <p:cNvSpPr/>
          <p:nvPr/>
        </p:nvSpPr>
        <p:spPr>
          <a:xfrm>
            <a:off x="364626" y="489728"/>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132" name="Google Shape;132;p11"/>
          <p:cNvGrpSpPr/>
          <p:nvPr/>
        </p:nvGrpSpPr>
        <p:grpSpPr>
          <a:xfrm>
            <a:off x="0" y="2720097"/>
            <a:ext cx="5762625" cy="518402"/>
            <a:chOff x="0" y="2720097"/>
            <a:chExt cx="5762625" cy="518402"/>
          </a:xfrm>
        </p:grpSpPr>
        <p:pic>
          <p:nvPicPr>
            <p:cNvPr id="133" name="Google Shape;133;p11"/>
            <p:cNvPicPr preferRelativeResize="0"/>
            <p:nvPr/>
          </p:nvPicPr>
          <p:blipFill rotWithShape="1">
            <a:blip r:embed="rId3">
              <a:alphaModFix/>
            </a:blip>
            <a:srcRect b="0" l="0" r="0" t="0"/>
            <a:stretch/>
          </p:blipFill>
          <p:spPr>
            <a:xfrm>
              <a:off x="0" y="3020719"/>
              <a:ext cx="5762625" cy="217780"/>
            </a:xfrm>
            <a:prstGeom prst="rect">
              <a:avLst/>
            </a:prstGeom>
            <a:noFill/>
            <a:ln>
              <a:noFill/>
            </a:ln>
          </p:spPr>
        </p:pic>
        <p:pic>
          <p:nvPicPr>
            <p:cNvPr id="134" name="Google Shape;134;p11"/>
            <p:cNvPicPr preferRelativeResize="0"/>
            <p:nvPr/>
          </p:nvPicPr>
          <p:blipFill rotWithShape="1">
            <a:blip r:embed="rId4">
              <a:alphaModFix/>
            </a:blip>
            <a:srcRect b="0" l="0" r="0" t="0"/>
            <a:stretch/>
          </p:blipFill>
          <p:spPr>
            <a:xfrm>
              <a:off x="4736800" y="2720097"/>
              <a:ext cx="883518" cy="287761"/>
            </a:xfrm>
            <a:prstGeom prst="rect">
              <a:avLst/>
            </a:prstGeom>
            <a:noFill/>
            <a:ln>
              <a:noFill/>
            </a:ln>
          </p:spPr>
        </p:pic>
      </p:grpSp>
      <p:pic>
        <p:nvPicPr>
          <p:cNvPr id="135" name="Google Shape;135;p11"/>
          <p:cNvPicPr preferRelativeResize="0"/>
          <p:nvPr/>
        </p:nvPicPr>
        <p:blipFill rotWithShape="1">
          <a:blip r:embed="rId5">
            <a:alphaModFix/>
          </a:blip>
          <a:srcRect b="0" l="0" r="0" t="0"/>
          <a:stretch/>
        </p:blipFill>
        <p:spPr>
          <a:xfrm>
            <a:off x="323679" y="27574"/>
            <a:ext cx="276053" cy="399801"/>
          </a:xfrm>
          <a:prstGeom prst="rect">
            <a:avLst/>
          </a:prstGeom>
          <a:noFill/>
          <a:ln>
            <a:noFill/>
          </a:ln>
        </p:spPr>
      </p:pic>
      <p:pic>
        <p:nvPicPr>
          <p:cNvPr id="136" name="Google Shape;136;p11"/>
          <p:cNvPicPr preferRelativeResize="0"/>
          <p:nvPr/>
        </p:nvPicPr>
        <p:blipFill rotWithShape="1">
          <a:blip r:embed="rId6">
            <a:alphaModFix/>
          </a:blip>
          <a:srcRect b="0" l="0" r="0" t="0"/>
          <a:stretch/>
        </p:blipFill>
        <p:spPr>
          <a:xfrm>
            <a:off x="364626" y="1383741"/>
            <a:ext cx="2446404" cy="1532572"/>
          </a:xfrm>
          <a:prstGeom prst="rect">
            <a:avLst/>
          </a:prstGeom>
          <a:noFill/>
          <a:ln>
            <a:noFill/>
          </a:ln>
        </p:spPr>
      </p:pic>
      <p:sp>
        <p:nvSpPr>
          <p:cNvPr id="137" name="Google Shape;137;p11"/>
          <p:cNvSpPr/>
          <p:nvPr/>
        </p:nvSpPr>
        <p:spPr>
          <a:xfrm>
            <a:off x="2881279" y="599755"/>
            <a:ext cx="0" cy="2214245"/>
          </a:xfrm>
          <a:custGeom>
            <a:rect b="b" l="l" r="r" t="t"/>
            <a:pathLst>
              <a:path extrusionOk="0" h="2214245" w="120000">
                <a:moveTo>
                  <a:pt x="0" y="0"/>
                </a:moveTo>
                <a:lnTo>
                  <a:pt x="0" y="2213996"/>
                </a:lnTo>
              </a:path>
            </a:pathLst>
          </a:custGeom>
          <a:noFill/>
          <a:ln cap="flat" cmpd="sng" w="19025">
            <a:solidFill>
              <a:srgbClr val="8300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38" name="Google Shape;138;p11"/>
          <p:cNvPicPr preferRelativeResize="0"/>
          <p:nvPr/>
        </p:nvPicPr>
        <p:blipFill rotWithShape="1">
          <a:blip r:embed="rId7">
            <a:alphaModFix/>
          </a:blip>
          <a:srcRect b="0" l="0" r="0" t="0"/>
          <a:stretch/>
        </p:blipFill>
        <p:spPr>
          <a:xfrm>
            <a:off x="364626" y="747049"/>
            <a:ext cx="2446404" cy="456915"/>
          </a:xfrm>
          <a:prstGeom prst="rect">
            <a:avLst/>
          </a:prstGeom>
          <a:noFill/>
          <a:ln>
            <a:noFill/>
          </a:ln>
        </p:spPr>
      </p:pic>
      <p:sp>
        <p:nvSpPr>
          <p:cNvPr id="139" name="Google Shape;139;p11"/>
          <p:cNvSpPr txBox="1"/>
          <p:nvPr/>
        </p:nvSpPr>
        <p:spPr>
          <a:xfrm>
            <a:off x="630850" y="170050"/>
            <a:ext cx="15729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200">
                <a:solidFill>
                  <a:srgbClr val="A50033"/>
                </a:solidFill>
                <a:latin typeface="Tahoma"/>
                <a:ea typeface="Tahoma"/>
                <a:cs typeface="Tahoma"/>
                <a:sym typeface="Tahoma"/>
              </a:rPr>
              <a:t>Análise Exploratória</a:t>
            </a:r>
            <a:endParaRPr sz="1200">
              <a:latin typeface="Tahoma"/>
              <a:ea typeface="Tahoma"/>
              <a:cs typeface="Tahoma"/>
              <a:sym typeface="Tahoma"/>
            </a:endParaRPr>
          </a:p>
        </p:txBody>
      </p:sp>
      <p:sp>
        <p:nvSpPr>
          <p:cNvPr id="140" name="Google Shape;140;p11"/>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141" name="Google Shape;141;p11"/>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142" name="Google Shape;142;p11"/>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
        <p:nvSpPr>
          <p:cNvPr id="143" name="Google Shape;143;p11"/>
          <p:cNvSpPr txBox="1"/>
          <p:nvPr/>
        </p:nvSpPr>
        <p:spPr>
          <a:xfrm>
            <a:off x="2973322" y="468032"/>
            <a:ext cx="2734310" cy="1860550"/>
          </a:xfrm>
          <a:prstGeom prst="rect">
            <a:avLst/>
          </a:prstGeom>
          <a:noFill/>
          <a:ln>
            <a:noFill/>
          </a:ln>
        </p:spPr>
        <p:txBody>
          <a:bodyPr anchorCtr="0" anchor="t" bIns="0" lIns="0" spcFirstLastPara="1" rIns="0" wrap="square" tIns="70475">
            <a:spAutoFit/>
          </a:bodyPr>
          <a:lstStyle/>
          <a:p>
            <a:pPr indent="0" lvl="0" marL="12700" rtl="0" algn="l">
              <a:lnSpc>
                <a:spcPct val="100000"/>
              </a:lnSpc>
              <a:spcBef>
                <a:spcPts val="0"/>
              </a:spcBef>
              <a:spcAft>
                <a:spcPts val="0"/>
              </a:spcAft>
              <a:buNone/>
            </a:pPr>
            <a:r>
              <a:rPr b="1" lang="en-US" sz="1200">
                <a:solidFill>
                  <a:srgbClr val="A50033"/>
                </a:solidFill>
                <a:latin typeface="Tahoma"/>
                <a:ea typeface="Tahoma"/>
                <a:cs typeface="Tahoma"/>
                <a:sym typeface="Tahoma"/>
              </a:rPr>
              <a:t>Features</a:t>
            </a:r>
            <a:endParaRPr sz="1200">
              <a:latin typeface="Tahoma"/>
              <a:ea typeface="Tahoma"/>
              <a:cs typeface="Tahoma"/>
              <a:sym typeface="Tahoma"/>
            </a:endParaRPr>
          </a:p>
          <a:p>
            <a:pPr indent="0" lvl="0" marL="12700" marR="5080" rtl="0" algn="just">
              <a:lnSpc>
                <a:spcPct val="112400"/>
              </a:lnSpc>
              <a:spcBef>
                <a:spcPts val="234"/>
              </a:spcBef>
              <a:spcAft>
                <a:spcPts val="0"/>
              </a:spcAft>
              <a:buNone/>
            </a:pPr>
            <a:r>
              <a:rPr lang="en-US" sz="1000">
                <a:latin typeface="Tahoma"/>
                <a:ea typeface="Tahoma"/>
                <a:cs typeface="Tahoma"/>
                <a:sym typeface="Tahoma"/>
              </a:rPr>
              <a:t>Age, Son, Pet, Social drinker, Social smoker, Body mass index, Distance from Residence to Work, Transportation expense, ID, Reason for absence, Month of absence, Day of the week, Seasons, Service time, Work load Average/day, Hit target, Disciplinary failure</a:t>
            </a:r>
            <a:endParaRPr sz="1000">
              <a:latin typeface="Tahoma"/>
              <a:ea typeface="Tahoma"/>
              <a:cs typeface="Tahoma"/>
              <a:sym typeface="Tahoma"/>
            </a:endParaRPr>
          </a:p>
          <a:p>
            <a:pPr indent="0" lvl="0" marL="0" rtl="0" algn="l">
              <a:lnSpc>
                <a:spcPct val="100000"/>
              </a:lnSpc>
              <a:spcBef>
                <a:spcPts val="270"/>
              </a:spcBef>
              <a:spcAft>
                <a:spcPts val="0"/>
              </a:spcAft>
              <a:buNone/>
            </a:pPr>
            <a:r>
              <a:t/>
            </a:r>
            <a:endParaRPr sz="1000">
              <a:latin typeface="Tahoma"/>
              <a:ea typeface="Tahoma"/>
              <a:cs typeface="Tahoma"/>
              <a:sym typeface="Tahoma"/>
            </a:endParaRPr>
          </a:p>
          <a:p>
            <a:pPr indent="0" lvl="0" marL="12700" rtl="0" algn="l">
              <a:lnSpc>
                <a:spcPct val="100000"/>
              </a:lnSpc>
              <a:spcBef>
                <a:spcPts val="0"/>
              </a:spcBef>
              <a:spcAft>
                <a:spcPts val="0"/>
              </a:spcAft>
              <a:buNone/>
            </a:pPr>
            <a:r>
              <a:rPr b="1" lang="en-US" sz="1200">
                <a:solidFill>
                  <a:srgbClr val="A50033"/>
                </a:solidFill>
                <a:latin typeface="Tahoma"/>
                <a:ea typeface="Tahoma"/>
                <a:cs typeface="Tahoma"/>
                <a:sym typeface="Tahoma"/>
              </a:rPr>
              <a:t>Target</a:t>
            </a:r>
            <a:endParaRPr sz="1200">
              <a:latin typeface="Tahoma"/>
              <a:ea typeface="Tahoma"/>
              <a:cs typeface="Tahoma"/>
              <a:sym typeface="Tahoma"/>
            </a:endParaRPr>
          </a:p>
          <a:p>
            <a:pPr indent="0" lvl="0" marL="19685" rtl="0" algn="l">
              <a:lnSpc>
                <a:spcPct val="100000"/>
              </a:lnSpc>
              <a:spcBef>
                <a:spcPts val="105"/>
              </a:spcBef>
              <a:spcAft>
                <a:spcPts val="0"/>
              </a:spcAft>
              <a:buNone/>
            </a:pPr>
            <a:r>
              <a:rPr lang="en-US" sz="1000">
                <a:latin typeface="Tahoma"/>
                <a:ea typeface="Tahoma"/>
                <a:cs typeface="Tahoma"/>
                <a:sym typeface="Tahoma"/>
              </a:rPr>
              <a:t>Absenteeism time in hours, Risk_Class</a:t>
            </a:r>
            <a:endParaRPr sz="1000">
              <a:latin typeface="Tahoma"/>
              <a:ea typeface="Tahoma"/>
              <a:cs typeface="Tahoma"/>
              <a:sym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2"/>
          <p:cNvSpPr/>
          <p:nvPr/>
        </p:nvSpPr>
        <p:spPr>
          <a:xfrm>
            <a:off x="364626" y="489728"/>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149" name="Google Shape;149;p12"/>
          <p:cNvGrpSpPr/>
          <p:nvPr/>
        </p:nvGrpSpPr>
        <p:grpSpPr>
          <a:xfrm>
            <a:off x="0" y="2720097"/>
            <a:ext cx="5762625" cy="518402"/>
            <a:chOff x="0" y="2720097"/>
            <a:chExt cx="5762625" cy="518402"/>
          </a:xfrm>
        </p:grpSpPr>
        <p:pic>
          <p:nvPicPr>
            <p:cNvPr id="150" name="Google Shape;150;p12"/>
            <p:cNvPicPr preferRelativeResize="0"/>
            <p:nvPr/>
          </p:nvPicPr>
          <p:blipFill rotWithShape="1">
            <a:blip r:embed="rId3">
              <a:alphaModFix/>
            </a:blip>
            <a:srcRect b="0" l="0" r="0" t="0"/>
            <a:stretch/>
          </p:blipFill>
          <p:spPr>
            <a:xfrm>
              <a:off x="0" y="3020719"/>
              <a:ext cx="5762625" cy="217780"/>
            </a:xfrm>
            <a:prstGeom prst="rect">
              <a:avLst/>
            </a:prstGeom>
            <a:noFill/>
            <a:ln>
              <a:noFill/>
            </a:ln>
          </p:spPr>
        </p:pic>
        <p:pic>
          <p:nvPicPr>
            <p:cNvPr id="151" name="Google Shape;151;p12"/>
            <p:cNvPicPr preferRelativeResize="0"/>
            <p:nvPr/>
          </p:nvPicPr>
          <p:blipFill rotWithShape="1">
            <a:blip r:embed="rId4">
              <a:alphaModFix/>
            </a:blip>
            <a:srcRect b="0" l="0" r="0" t="0"/>
            <a:stretch/>
          </p:blipFill>
          <p:spPr>
            <a:xfrm>
              <a:off x="4736800" y="2720097"/>
              <a:ext cx="883518" cy="287761"/>
            </a:xfrm>
            <a:prstGeom prst="rect">
              <a:avLst/>
            </a:prstGeom>
            <a:noFill/>
            <a:ln>
              <a:noFill/>
            </a:ln>
          </p:spPr>
        </p:pic>
      </p:grpSp>
      <p:pic>
        <p:nvPicPr>
          <p:cNvPr id="152" name="Google Shape;152;p12"/>
          <p:cNvPicPr preferRelativeResize="0"/>
          <p:nvPr/>
        </p:nvPicPr>
        <p:blipFill rotWithShape="1">
          <a:blip r:embed="rId5">
            <a:alphaModFix/>
          </a:blip>
          <a:srcRect b="0" l="0" r="0" t="0"/>
          <a:stretch/>
        </p:blipFill>
        <p:spPr>
          <a:xfrm>
            <a:off x="323679" y="27574"/>
            <a:ext cx="276053" cy="399801"/>
          </a:xfrm>
          <a:prstGeom prst="rect">
            <a:avLst/>
          </a:prstGeom>
          <a:noFill/>
          <a:ln>
            <a:noFill/>
          </a:ln>
        </p:spPr>
      </p:pic>
      <p:pic>
        <p:nvPicPr>
          <p:cNvPr id="153" name="Google Shape;153;p12"/>
          <p:cNvPicPr preferRelativeResize="0"/>
          <p:nvPr/>
        </p:nvPicPr>
        <p:blipFill rotWithShape="1">
          <a:blip r:embed="rId6">
            <a:alphaModFix/>
          </a:blip>
          <a:srcRect b="0" l="0" r="0" t="0"/>
          <a:stretch/>
        </p:blipFill>
        <p:spPr>
          <a:xfrm>
            <a:off x="95555" y="731584"/>
            <a:ext cx="2436885" cy="1827663"/>
          </a:xfrm>
          <a:prstGeom prst="rect">
            <a:avLst/>
          </a:prstGeom>
          <a:noFill/>
          <a:ln>
            <a:noFill/>
          </a:ln>
        </p:spPr>
      </p:pic>
      <p:pic>
        <p:nvPicPr>
          <p:cNvPr id="154" name="Google Shape;154;p12"/>
          <p:cNvPicPr preferRelativeResize="0"/>
          <p:nvPr/>
        </p:nvPicPr>
        <p:blipFill rotWithShape="1">
          <a:blip r:embed="rId7">
            <a:alphaModFix/>
          </a:blip>
          <a:srcRect b="0" l="0" r="0" t="0"/>
          <a:stretch/>
        </p:blipFill>
        <p:spPr>
          <a:xfrm>
            <a:off x="2648534" y="731584"/>
            <a:ext cx="3046106" cy="1827663"/>
          </a:xfrm>
          <a:prstGeom prst="rect">
            <a:avLst/>
          </a:prstGeom>
          <a:noFill/>
          <a:ln>
            <a:noFill/>
          </a:ln>
        </p:spPr>
      </p:pic>
      <p:sp>
        <p:nvSpPr>
          <p:cNvPr id="155" name="Google Shape;155;p12"/>
          <p:cNvSpPr txBox="1"/>
          <p:nvPr/>
        </p:nvSpPr>
        <p:spPr>
          <a:xfrm>
            <a:off x="630850" y="170050"/>
            <a:ext cx="17430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200">
                <a:solidFill>
                  <a:srgbClr val="A50033"/>
                </a:solidFill>
                <a:latin typeface="Tahoma"/>
                <a:ea typeface="Tahoma"/>
                <a:cs typeface="Tahoma"/>
                <a:sym typeface="Tahoma"/>
              </a:rPr>
              <a:t>Análise Exploratória</a:t>
            </a:r>
            <a:endParaRPr sz="1200">
              <a:latin typeface="Tahoma"/>
              <a:ea typeface="Tahoma"/>
              <a:cs typeface="Tahoma"/>
              <a:sym typeface="Tahoma"/>
            </a:endParaRPr>
          </a:p>
        </p:txBody>
      </p:sp>
      <p:sp>
        <p:nvSpPr>
          <p:cNvPr id="156" name="Google Shape;156;p12"/>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157" name="Google Shape;157;p12"/>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158" name="Google Shape;158;p12"/>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descr="$PPTXTitle" id="163" name="Google Shape;163;p13"/>
          <p:cNvSpPr txBox="1"/>
          <p:nvPr>
            <p:ph type="title"/>
          </p:nvPr>
        </p:nvSpPr>
        <p:spPr>
          <a:xfrm>
            <a:off x="677500" y="170050"/>
            <a:ext cx="22320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Implementação de modelos</a:t>
            </a:r>
            <a:endParaRPr/>
          </a:p>
        </p:txBody>
      </p:sp>
      <p:sp>
        <p:nvSpPr>
          <p:cNvPr id="164" name="Google Shape;164;p13"/>
          <p:cNvSpPr txBox="1"/>
          <p:nvPr/>
        </p:nvSpPr>
        <p:spPr>
          <a:xfrm>
            <a:off x="310974" y="590675"/>
            <a:ext cx="1438200" cy="166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000">
                <a:solidFill>
                  <a:srgbClr val="A50033"/>
                </a:solidFill>
                <a:latin typeface="Tahoma"/>
                <a:ea typeface="Tahoma"/>
                <a:cs typeface="Tahoma"/>
                <a:sym typeface="Tahoma"/>
              </a:rPr>
              <a:t>Separação de dados</a:t>
            </a:r>
            <a:endParaRPr sz="1000">
              <a:latin typeface="Tahoma"/>
              <a:ea typeface="Tahoma"/>
              <a:cs typeface="Tahoma"/>
              <a:sym typeface="Tahoma"/>
            </a:endParaRPr>
          </a:p>
        </p:txBody>
      </p:sp>
      <p:sp>
        <p:nvSpPr>
          <p:cNvPr id="165" name="Google Shape;165;p13"/>
          <p:cNvSpPr txBox="1"/>
          <p:nvPr/>
        </p:nvSpPr>
        <p:spPr>
          <a:xfrm>
            <a:off x="2751976" y="1113425"/>
            <a:ext cx="1297800" cy="166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000">
                <a:solidFill>
                  <a:srgbClr val="A50033"/>
                </a:solidFill>
                <a:latin typeface="Tahoma"/>
                <a:ea typeface="Tahoma"/>
                <a:cs typeface="Tahoma"/>
                <a:sym typeface="Tahoma"/>
              </a:rPr>
              <a:t>Resultados parciais</a:t>
            </a:r>
            <a:endParaRPr sz="1000">
              <a:latin typeface="Tahoma"/>
              <a:ea typeface="Tahoma"/>
              <a:cs typeface="Tahoma"/>
              <a:sym typeface="Tahoma"/>
            </a:endParaRPr>
          </a:p>
        </p:txBody>
      </p:sp>
      <p:graphicFrame>
        <p:nvGraphicFramePr>
          <p:cNvPr id="166" name="Google Shape;166;p13"/>
          <p:cNvGraphicFramePr/>
          <p:nvPr/>
        </p:nvGraphicFramePr>
        <p:xfrm>
          <a:off x="2764669" y="1339074"/>
          <a:ext cx="3000000" cy="3000000"/>
        </p:xfrm>
        <a:graphic>
          <a:graphicData uri="http://schemas.openxmlformats.org/drawingml/2006/table">
            <a:tbl>
              <a:tblPr bandRow="1" firstRow="1">
                <a:noFill/>
                <a:tableStyleId>{E00BE2F1-5C0D-45D9-91F6-C3161AC8E736}</a:tableStyleId>
              </a:tblPr>
              <a:tblGrid>
                <a:gridCol w="742950"/>
                <a:gridCol w="967100"/>
                <a:gridCol w="964575"/>
              </a:tblGrid>
              <a:tr h="375925">
                <a:tc>
                  <a:txBody>
                    <a:bodyPr/>
                    <a:lstStyle/>
                    <a:p>
                      <a:pPr indent="0" lvl="0" marL="0" marR="0" rtl="0" algn="l">
                        <a:lnSpc>
                          <a:spcPct val="100000"/>
                        </a:lnSpc>
                        <a:spcBef>
                          <a:spcPts val="0"/>
                        </a:spcBef>
                        <a:spcAft>
                          <a:spcPts val="0"/>
                        </a:spcAft>
                        <a:buNone/>
                      </a:pPr>
                      <a:r>
                        <a:t/>
                      </a:r>
                      <a:endParaRPr sz="800" u="none" cap="none" strike="noStrike">
                        <a:latin typeface="Times New Roman"/>
                        <a:ea typeface="Times New Roman"/>
                        <a:cs typeface="Times New Roman"/>
                        <a:sym typeface="Times New Roman"/>
                      </a:endParaRPr>
                    </a:p>
                  </a:txBody>
                  <a:tcPr marT="0" marB="0" marR="0" marL="0">
                    <a:lnR cap="flat" cmpd="sng" w="28575">
                      <a:solidFill>
                        <a:srgbClr val="FFFFFF"/>
                      </a:solidFill>
                      <a:prstDash val="solid"/>
                      <a:round/>
                      <a:headEnd len="sm" w="sm" type="none"/>
                      <a:tailEnd len="sm" w="sm" type="none"/>
                    </a:lnR>
                    <a:lnB cap="flat" cmpd="sng" w="2857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800" u="none" cap="none" strike="noStrike">
                          <a:solidFill>
                            <a:srgbClr val="FFFFFF"/>
                          </a:solidFill>
                          <a:latin typeface="Tahoma"/>
                          <a:ea typeface="Tahoma"/>
                          <a:cs typeface="Tahoma"/>
                          <a:sym typeface="Tahoma"/>
                        </a:rPr>
                        <a:t>Regressão</a:t>
                      </a:r>
                      <a:endParaRPr sz="800" u="none" cap="none" strike="noStrike">
                        <a:latin typeface="Tahoma"/>
                        <a:ea typeface="Tahoma"/>
                        <a:cs typeface="Tahoma"/>
                        <a:sym typeface="Tahoma"/>
                      </a:endParaRPr>
                    </a:p>
                    <a:p>
                      <a:pPr indent="0" lvl="0" marL="0" marR="0" rtl="0" algn="ctr">
                        <a:lnSpc>
                          <a:spcPct val="100000"/>
                        </a:lnSpc>
                        <a:spcBef>
                          <a:spcPts val="135"/>
                        </a:spcBef>
                        <a:spcAft>
                          <a:spcPts val="0"/>
                        </a:spcAft>
                        <a:buNone/>
                      </a:pPr>
                      <a:r>
                        <a:rPr lang="en-US" sz="800" u="none" cap="none" strike="noStrike">
                          <a:solidFill>
                            <a:srgbClr val="FFFFFF"/>
                          </a:solidFill>
                          <a:latin typeface="Tahoma"/>
                          <a:ea typeface="Tahoma"/>
                          <a:cs typeface="Tahoma"/>
                          <a:sym typeface="Tahoma"/>
                        </a:rPr>
                        <a:t>(RMSE)</a:t>
                      </a:r>
                      <a:endParaRPr sz="800" u="none" cap="none" strike="noStrike">
                        <a:latin typeface="Tahoma"/>
                        <a:ea typeface="Tahoma"/>
                        <a:cs typeface="Tahoma"/>
                        <a:sym typeface="Tahoma"/>
                      </a:endParaRPr>
                    </a:p>
                  </a:txBody>
                  <a:tcPr marT="4065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B cap="flat" cmpd="sng" w="28575">
                      <a:solidFill>
                        <a:srgbClr val="FFFFFF"/>
                      </a:solidFill>
                      <a:prstDash val="solid"/>
                      <a:round/>
                      <a:headEnd len="sm" w="sm" type="none"/>
                      <a:tailEnd len="sm" w="sm" type="none"/>
                    </a:lnB>
                    <a:solidFill>
                      <a:srgbClr val="A50033"/>
                    </a:solidFill>
                  </a:tcPr>
                </a:tc>
                <a:tc>
                  <a:txBody>
                    <a:bodyPr/>
                    <a:lstStyle/>
                    <a:p>
                      <a:pPr indent="0" lvl="0" marL="13970" marR="0" rtl="0" algn="ctr">
                        <a:lnSpc>
                          <a:spcPct val="100000"/>
                        </a:lnSpc>
                        <a:spcBef>
                          <a:spcPts val="0"/>
                        </a:spcBef>
                        <a:spcAft>
                          <a:spcPts val="0"/>
                        </a:spcAft>
                        <a:buNone/>
                      </a:pPr>
                      <a:r>
                        <a:rPr b="1" lang="en-US" sz="800" u="none" cap="none" strike="noStrike">
                          <a:solidFill>
                            <a:srgbClr val="FFFFFF"/>
                          </a:solidFill>
                          <a:latin typeface="Tahoma"/>
                          <a:ea typeface="Tahoma"/>
                          <a:cs typeface="Tahoma"/>
                          <a:sym typeface="Tahoma"/>
                        </a:rPr>
                        <a:t>Classificação</a:t>
                      </a:r>
                      <a:endParaRPr sz="800" u="none" cap="none" strike="noStrike">
                        <a:latin typeface="Tahoma"/>
                        <a:ea typeface="Tahoma"/>
                        <a:cs typeface="Tahoma"/>
                        <a:sym typeface="Tahoma"/>
                      </a:endParaRPr>
                    </a:p>
                    <a:p>
                      <a:pPr indent="0" lvl="0" marL="13970" marR="0" rtl="0" algn="ctr">
                        <a:lnSpc>
                          <a:spcPct val="100000"/>
                        </a:lnSpc>
                        <a:spcBef>
                          <a:spcPts val="135"/>
                        </a:spcBef>
                        <a:spcAft>
                          <a:spcPts val="0"/>
                        </a:spcAft>
                        <a:buNone/>
                      </a:pPr>
                      <a:r>
                        <a:rPr lang="en-US" sz="800" u="none" cap="none" strike="noStrike">
                          <a:solidFill>
                            <a:srgbClr val="FFFFFF"/>
                          </a:solidFill>
                          <a:latin typeface="Tahoma"/>
                          <a:ea typeface="Tahoma"/>
                          <a:cs typeface="Tahoma"/>
                          <a:sym typeface="Tahoma"/>
                        </a:rPr>
                        <a:t>(Acurácia)</a:t>
                      </a:r>
                      <a:endParaRPr sz="800" u="none" cap="none" strike="noStrike">
                        <a:latin typeface="Tahoma"/>
                        <a:ea typeface="Tahoma"/>
                        <a:cs typeface="Tahoma"/>
                        <a:sym typeface="Tahoma"/>
                      </a:endParaRPr>
                    </a:p>
                  </a:txBody>
                  <a:tcPr marT="40650" marB="0" marR="0" marL="0">
                    <a:lnL cap="flat" cmpd="sng" w="28575">
                      <a:solidFill>
                        <a:srgbClr val="FFFFFF"/>
                      </a:solidFill>
                      <a:prstDash val="solid"/>
                      <a:round/>
                      <a:headEnd len="sm" w="sm" type="none"/>
                      <a:tailEnd len="sm" w="sm" type="none"/>
                    </a:lnL>
                    <a:lnB cap="flat" cmpd="sng" w="28575">
                      <a:solidFill>
                        <a:srgbClr val="FFFFFF"/>
                      </a:solidFill>
                      <a:prstDash val="solid"/>
                      <a:round/>
                      <a:headEnd len="sm" w="sm" type="none"/>
                      <a:tailEnd len="sm" w="sm" type="none"/>
                    </a:lnB>
                    <a:solidFill>
                      <a:srgbClr val="A50033"/>
                    </a:solidFill>
                  </a:tcPr>
                </a:tc>
              </a:tr>
              <a:tr h="344175">
                <a:tc>
                  <a:txBody>
                    <a:bodyPr/>
                    <a:lstStyle/>
                    <a:p>
                      <a:pPr indent="0" lvl="0" marL="0" marR="0" rtl="0" algn="l">
                        <a:lnSpc>
                          <a:spcPct val="100000"/>
                        </a:lnSpc>
                        <a:spcBef>
                          <a:spcPts val="0"/>
                        </a:spcBef>
                        <a:spcAft>
                          <a:spcPts val="0"/>
                        </a:spcAft>
                        <a:buNone/>
                      </a:pPr>
                      <a:r>
                        <a:t/>
                      </a:r>
                      <a:endParaRPr sz="700" u="none" cap="none" strike="noStrike">
                        <a:latin typeface="Times New Roman"/>
                        <a:ea typeface="Times New Roman"/>
                        <a:cs typeface="Times New Roman"/>
                        <a:sym typeface="Times New Roman"/>
                      </a:endParaRPr>
                    </a:p>
                    <a:p>
                      <a:pPr indent="0" lvl="0" marL="233679" marR="0" rtl="0" algn="l">
                        <a:lnSpc>
                          <a:spcPct val="100000"/>
                        </a:lnSpc>
                        <a:spcBef>
                          <a:spcPts val="0"/>
                        </a:spcBef>
                        <a:spcAft>
                          <a:spcPts val="0"/>
                        </a:spcAft>
                        <a:buNone/>
                      </a:pPr>
                      <a:r>
                        <a:rPr b="1" lang="en-US" sz="700" u="none" cap="none" strike="noStrike">
                          <a:latin typeface="Tahoma"/>
                          <a:ea typeface="Tahoma"/>
                          <a:cs typeface="Tahoma"/>
                          <a:sym typeface="Tahoma"/>
                        </a:rPr>
                        <a:t>Linear</a:t>
                      </a:r>
                      <a:endParaRPr sz="700" u="none" cap="none" strike="noStrike">
                        <a:latin typeface="Tahoma"/>
                        <a:ea typeface="Tahoma"/>
                        <a:cs typeface="Tahoma"/>
                        <a:sym typeface="Tahoma"/>
                      </a:endParaRPr>
                    </a:p>
                  </a:txBody>
                  <a:tcPr marT="9525"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7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1" lang="en-US" sz="700" u="none" cap="none" strike="noStrike">
                          <a:latin typeface="Tahoma"/>
                          <a:ea typeface="Tahoma"/>
                          <a:cs typeface="Tahoma"/>
                          <a:sym typeface="Tahoma"/>
                        </a:rPr>
                        <a:t>11,63</a:t>
                      </a:r>
                      <a:endParaRPr sz="700" u="none" cap="none" strike="noStrike">
                        <a:latin typeface="Tahoma"/>
                        <a:ea typeface="Tahoma"/>
                        <a:cs typeface="Tahoma"/>
                        <a:sym typeface="Tahoma"/>
                      </a:endParaRPr>
                    </a:p>
                  </a:txBody>
                  <a:tcPr marT="95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700" u="none" cap="none" strike="noStrike">
                        <a:latin typeface="Times New Roman"/>
                        <a:ea typeface="Times New Roman"/>
                        <a:cs typeface="Times New Roman"/>
                        <a:sym typeface="Times New Roman"/>
                      </a:endParaRPr>
                    </a:p>
                    <a:p>
                      <a:pPr indent="0" lvl="0" marL="13970" marR="0" rtl="0" algn="ctr">
                        <a:lnSpc>
                          <a:spcPct val="100000"/>
                        </a:lnSpc>
                        <a:spcBef>
                          <a:spcPts val="0"/>
                        </a:spcBef>
                        <a:spcAft>
                          <a:spcPts val="0"/>
                        </a:spcAft>
                        <a:buNone/>
                      </a:pPr>
                      <a:r>
                        <a:rPr b="1" lang="en-US" sz="700" u="none" cap="none" strike="noStrike">
                          <a:latin typeface="Tahoma"/>
                          <a:ea typeface="Tahoma"/>
                          <a:cs typeface="Tahoma"/>
                          <a:sym typeface="Tahoma"/>
                        </a:rPr>
                        <a:t>60,43%</a:t>
                      </a:r>
                      <a:endParaRPr sz="700" u="none" cap="none" strike="noStrike">
                        <a:latin typeface="Tahoma"/>
                        <a:ea typeface="Tahoma"/>
                        <a:cs typeface="Tahoma"/>
                        <a:sym typeface="Tahoma"/>
                      </a:endParaRPr>
                    </a:p>
                  </a:txBody>
                  <a:tcPr marT="9525"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FFFFF"/>
                    </a:solidFill>
                  </a:tcPr>
                </a:tc>
              </a:tr>
              <a:tr h="351800">
                <a:tc>
                  <a:txBody>
                    <a:bodyPr/>
                    <a:lstStyle/>
                    <a:p>
                      <a:pPr indent="-38735" lvl="0" marL="200025" marR="168910" rtl="0" algn="ctr">
                        <a:lnSpc>
                          <a:spcPct val="112599"/>
                        </a:lnSpc>
                        <a:spcBef>
                          <a:spcPts val="0"/>
                        </a:spcBef>
                        <a:spcAft>
                          <a:spcPts val="0"/>
                        </a:spcAft>
                        <a:buNone/>
                      </a:pPr>
                      <a:r>
                        <a:rPr b="1" lang="en-US" sz="700" u="none" cap="none" strike="noStrike">
                          <a:latin typeface="Tahoma"/>
                          <a:ea typeface="Tahoma"/>
                          <a:cs typeface="Tahoma"/>
                          <a:sym typeface="Tahoma"/>
                        </a:rPr>
                        <a:t>Árvore de Decisão</a:t>
                      </a:r>
                      <a:endParaRPr sz="700" u="none" cap="none" strike="noStrike">
                        <a:latin typeface="Tahoma"/>
                        <a:ea typeface="Tahoma"/>
                        <a:cs typeface="Tahoma"/>
                        <a:sym typeface="Tahoma"/>
                      </a:endParaRPr>
                    </a:p>
                  </a:txBody>
                  <a:tcPr marT="41275"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7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1" lang="en-US" sz="700" u="none" cap="none" strike="noStrike">
                          <a:latin typeface="Tahoma"/>
                          <a:ea typeface="Tahoma"/>
                          <a:cs typeface="Tahoma"/>
                          <a:sym typeface="Tahoma"/>
                        </a:rPr>
                        <a:t>3,27</a:t>
                      </a:r>
                      <a:endParaRPr sz="700" u="none" cap="none" strike="noStrike">
                        <a:latin typeface="Tahoma"/>
                        <a:ea typeface="Tahoma"/>
                        <a:cs typeface="Tahoma"/>
                        <a:sym typeface="Tahoma"/>
                      </a:endParaRPr>
                    </a:p>
                  </a:txBody>
                  <a:tcPr marT="158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700" u="none" cap="none" strike="noStrike">
                        <a:latin typeface="Times New Roman"/>
                        <a:ea typeface="Times New Roman"/>
                        <a:cs typeface="Times New Roman"/>
                        <a:sym typeface="Times New Roman"/>
                      </a:endParaRPr>
                    </a:p>
                    <a:p>
                      <a:pPr indent="0" lvl="0" marL="66675" marR="0" rtl="0" algn="ctr">
                        <a:lnSpc>
                          <a:spcPct val="100000"/>
                        </a:lnSpc>
                        <a:spcBef>
                          <a:spcPts val="0"/>
                        </a:spcBef>
                        <a:spcAft>
                          <a:spcPts val="0"/>
                        </a:spcAft>
                        <a:buNone/>
                      </a:pPr>
                      <a:r>
                        <a:rPr b="1" lang="en-US" sz="700" u="none" cap="none" strike="noStrike">
                          <a:latin typeface="Tahoma"/>
                          <a:ea typeface="Tahoma"/>
                          <a:cs typeface="Tahoma"/>
                          <a:sym typeface="Tahoma"/>
                        </a:rPr>
                        <a:t>44,28%</a:t>
                      </a:r>
                      <a:endParaRPr sz="700" u="none" cap="none" strike="noStrike">
                        <a:latin typeface="Tahoma"/>
                        <a:ea typeface="Tahoma"/>
                        <a:cs typeface="Tahoma"/>
                        <a:sym typeface="Tahoma"/>
                      </a:endParaRPr>
                    </a:p>
                  </a:txBody>
                  <a:tcPr marT="15875"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FFFFF"/>
                    </a:solidFill>
                  </a:tcPr>
                </a:tc>
              </a:tr>
              <a:tr h="452125">
                <a:tc>
                  <a:txBody>
                    <a:bodyPr/>
                    <a:lstStyle/>
                    <a:p>
                      <a:pPr indent="0" lvl="0" marL="137795" marR="144780" rtl="0" algn="ctr">
                        <a:lnSpc>
                          <a:spcPct val="112599"/>
                        </a:lnSpc>
                        <a:spcBef>
                          <a:spcPts val="0"/>
                        </a:spcBef>
                        <a:spcAft>
                          <a:spcPts val="0"/>
                        </a:spcAft>
                        <a:buNone/>
                      </a:pPr>
                      <a:r>
                        <a:rPr b="1" lang="en-US" sz="700" u="none" cap="none" strike="noStrike">
                          <a:latin typeface="Tahoma"/>
                          <a:ea typeface="Tahoma"/>
                          <a:cs typeface="Tahoma"/>
                          <a:sym typeface="Tahoma"/>
                        </a:rPr>
                        <a:t>Árvore de Decisão </a:t>
                      </a:r>
                      <a:r>
                        <a:rPr b="1" lang="en-US" sz="700">
                          <a:latin typeface="Tahoma"/>
                          <a:ea typeface="Tahoma"/>
                          <a:cs typeface="Tahoma"/>
                          <a:sym typeface="Tahoma"/>
                        </a:rPr>
                        <a:t>Refinada</a:t>
                      </a:r>
                      <a:endParaRPr sz="700" u="none" cap="none" strike="noStrike">
                        <a:latin typeface="Tahoma"/>
                        <a:ea typeface="Tahoma"/>
                        <a:cs typeface="Tahoma"/>
                        <a:sym typeface="Tahoma"/>
                      </a:endParaRPr>
                    </a:p>
                  </a:txBody>
                  <a:tcPr marT="41275"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None/>
                      </a:pPr>
                      <a:r>
                        <a:t/>
                      </a:r>
                      <a:endParaRPr sz="7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None/>
                      </a:pPr>
                      <a:r>
                        <a:rPr b="1" lang="en-US" sz="700" u="none" cap="none" strike="noStrike">
                          <a:latin typeface="Tahoma"/>
                          <a:ea typeface="Tahoma"/>
                          <a:cs typeface="Tahoma"/>
                          <a:sym typeface="Tahoma"/>
                        </a:rPr>
                        <a:t>3,01</a:t>
                      </a:r>
                      <a:endParaRPr sz="700" u="none" cap="none" strike="noStrike">
                        <a:latin typeface="Tahoma"/>
                        <a:ea typeface="Tahoma"/>
                        <a:cs typeface="Tahoma"/>
                        <a:sym typeface="Tahoma"/>
                      </a:endParaRPr>
                    </a:p>
                  </a:txBody>
                  <a:tcPr marT="7240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None/>
                      </a:pPr>
                      <a:r>
                        <a:t/>
                      </a:r>
                      <a:endParaRPr sz="700" u="none" cap="none" strike="noStrike">
                        <a:latin typeface="Times New Roman"/>
                        <a:ea typeface="Times New Roman"/>
                        <a:cs typeface="Times New Roman"/>
                        <a:sym typeface="Times New Roman"/>
                      </a:endParaRPr>
                    </a:p>
                    <a:p>
                      <a:pPr indent="0" lvl="0" marL="13970" marR="0" rtl="0" algn="ctr">
                        <a:lnSpc>
                          <a:spcPct val="100000"/>
                        </a:lnSpc>
                        <a:spcBef>
                          <a:spcPts val="5"/>
                        </a:spcBef>
                        <a:spcAft>
                          <a:spcPts val="0"/>
                        </a:spcAft>
                        <a:buNone/>
                      </a:pPr>
                      <a:r>
                        <a:rPr b="1" lang="en-US" sz="700" u="none" cap="none" strike="noStrike">
                          <a:latin typeface="Tahoma"/>
                          <a:ea typeface="Tahoma"/>
                          <a:cs typeface="Tahoma"/>
                          <a:sym typeface="Tahoma"/>
                        </a:rPr>
                        <a:t>60,46%</a:t>
                      </a:r>
                      <a:endParaRPr sz="700" u="none" cap="none" strike="noStrike">
                        <a:latin typeface="Tahoma"/>
                        <a:ea typeface="Tahoma"/>
                        <a:cs typeface="Tahoma"/>
                        <a:sym typeface="Tahoma"/>
                      </a:endParaRPr>
                    </a:p>
                  </a:txBody>
                  <a:tcPr marT="72400"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solidFill>
                      <a:srgbClr val="FFFFFF"/>
                    </a:solidFill>
                  </a:tcPr>
                </a:tc>
              </a:tr>
            </a:tbl>
          </a:graphicData>
        </a:graphic>
      </p:graphicFrame>
      <p:sp>
        <p:nvSpPr>
          <p:cNvPr id="167" name="Google Shape;167;p13"/>
          <p:cNvSpPr/>
          <p:nvPr/>
        </p:nvSpPr>
        <p:spPr>
          <a:xfrm>
            <a:off x="380793" y="1510429"/>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8" name="Google Shape;168;p13"/>
          <p:cNvSpPr/>
          <p:nvPr/>
        </p:nvSpPr>
        <p:spPr>
          <a:xfrm>
            <a:off x="380793" y="1662735"/>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9" name="Google Shape;169;p13"/>
          <p:cNvSpPr/>
          <p:nvPr/>
        </p:nvSpPr>
        <p:spPr>
          <a:xfrm>
            <a:off x="380793" y="1815040"/>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0" name="Google Shape;170;p13"/>
          <p:cNvSpPr/>
          <p:nvPr/>
        </p:nvSpPr>
        <p:spPr>
          <a:xfrm>
            <a:off x="380793" y="1967345"/>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1" name="Google Shape;171;p13"/>
          <p:cNvSpPr/>
          <p:nvPr/>
        </p:nvSpPr>
        <p:spPr>
          <a:xfrm>
            <a:off x="2619004" y="1149789"/>
            <a:ext cx="0" cy="1763395"/>
          </a:xfrm>
          <a:custGeom>
            <a:rect b="b" l="l" r="r" t="t"/>
            <a:pathLst>
              <a:path extrusionOk="0" h="1763395" w="120000">
                <a:moveTo>
                  <a:pt x="0" y="1763253"/>
                </a:moveTo>
                <a:lnTo>
                  <a:pt x="0" y="0"/>
                </a:lnTo>
              </a:path>
            </a:pathLst>
          </a:custGeom>
          <a:noFill/>
          <a:ln cap="flat" cmpd="sng" w="19025">
            <a:solidFill>
              <a:srgbClr val="8300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2" name="Google Shape;172;p13"/>
          <p:cNvSpPr/>
          <p:nvPr/>
        </p:nvSpPr>
        <p:spPr>
          <a:xfrm>
            <a:off x="380793" y="2364573"/>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3" name="Google Shape;173;p13"/>
          <p:cNvSpPr/>
          <p:nvPr/>
        </p:nvSpPr>
        <p:spPr>
          <a:xfrm>
            <a:off x="380793" y="2516878"/>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4" name="Google Shape;174;p13"/>
          <p:cNvSpPr/>
          <p:nvPr/>
        </p:nvSpPr>
        <p:spPr>
          <a:xfrm>
            <a:off x="380793" y="2669183"/>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5" name="Google Shape;175;p13"/>
          <p:cNvSpPr/>
          <p:nvPr/>
        </p:nvSpPr>
        <p:spPr>
          <a:xfrm>
            <a:off x="380793" y="2821489"/>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6" name="Google Shape;176;p13"/>
          <p:cNvSpPr txBox="1"/>
          <p:nvPr>
            <p:ph idx="1" type="body"/>
          </p:nvPr>
        </p:nvSpPr>
        <p:spPr>
          <a:xfrm>
            <a:off x="310975" y="1117550"/>
            <a:ext cx="1640400" cy="1836300"/>
          </a:xfrm>
          <a:prstGeom prst="rect">
            <a:avLst/>
          </a:prstGeom>
          <a:noFill/>
          <a:ln>
            <a:noFill/>
          </a:ln>
        </p:spPr>
        <p:txBody>
          <a:bodyPr anchorCtr="0" anchor="t" bIns="0" lIns="0" spcFirstLastPara="1" rIns="0" wrap="square" tIns="12050">
            <a:spAutoFit/>
          </a:bodyPr>
          <a:lstStyle/>
          <a:p>
            <a:pPr indent="0" lvl="0" marL="12700" rtl="0" algn="l">
              <a:lnSpc>
                <a:spcPct val="117727"/>
              </a:lnSpc>
              <a:spcBef>
                <a:spcPts val="0"/>
              </a:spcBef>
              <a:spcAft>
                <a:spcPts val="0"/>
              </a:spcAft>
              <a:buNone/>
            </a:pPr>
            <a:r>
              <a:rPr lang="en-US"/>
              <a:t>Refinamento</a:t>
            </a:r>
            <a:endParaRPr/>
          </a:p>
          <a:p>
            <a:pPr indent="0" lvl="0" marL="12700" rtl="0" algn="l">
              <a:lnSpc>
                <a:spcPct val="117222"/>
              </a:lnSpc>
              <a:spcBef>
                <a:spcPts val="0"/>
              </a:spcBef>
              <a:spcAft>
                <a:spcPts val="0"/>
              </a:spcAft>
              <a:buNone/>
            </a:pPr>
            <a:r>
              <a:rPr b="0" lang="en-US" sz="900">
                <a:solidFill>
                  <a:srgbClr val="000000"/>
                </a:solidFill>
                <a:latin typeface="Tahoma"/>
                <a:ea typeface="Tahoma"/>
                <a:cs typeface="Tahoma"/>
                <a:sym typeface="Tahoma"/>
              </a:rPr>
              <a:t>Tree Regressor:</a:t>
            </a:r>
            <a:endParaRPr sz="900">
              <a:latin typeface="Tahoma"/>
              <a:ea typeface="Tahoma"/>
              <a:cs typeface="Tahoma"/>
              <a:sym typeface="Tahoma"/>
            </a:endParaRPr>
          </a:p>
          <a:p>
            <a:pPr indent="0" lvl="0" marL="206375" marR="5080" rtl="0" algn="l">
              <a:lnSpc>
                <a:spcPct val="111000"/>
              </a:lnSpc>
              <a:spcBef>
                <a:spcPts val="0"/>
              </a:spcBef>
              <a:spcAft>
                <a:spcPts val="0"/>
              </a:spcAft>
              <a:buNone/>
            </a:pPr>
            <a:r>
              <a:rPr b="0" lang="en-US" sz="900">
                <a:solidFill>
                  <a:srgbClr val="000000"/>
                </a:solidFill>
                <a:latin typeface="Tahoma"/>
                <a:ea typeface="Tahoma"/>
                <a:cs typeface="Tahoma"/>
                <a:sym typeface="Tahoma"/>
              </a:rPr>
              <a:t>random_state=42 criterion='squared_error' min_samples_leaf=1 min_samples_split=10</a:t>
            </a:r>
            <a:endParaRPr sz="900">
              <a:latin typeface="Tahoma"/>
              <a:ea typeface="Tahoma"/>
              <a:cs typeface="Tahoma"/>
              <a:sym typeface="Tahoma"/>
            </a:endParaRPr>
          </a:p>
          <a:p>
            <a:pPr indent="-194310" lvl="0" marL="206375" marR="120014" rtl="0" algn="l">
              <a:lnSpc>
                <a:spcPct val="111000"/>
              </a:lnSpc>
              <a:spcBef>
                <a:spcPts val="730"/>
              </a:spcBef>
              <a:spcAft>
                <a:spcPts val="0"/>
              </a:spcAft>
              <a:buNone/>
            </a:pPr>
            <a:r>
              <a:rPr b="0" lang="en-US" sz="900">
                <a:solidFill>
                  <a:srgbClr val="000000"/>
                </a:solidFill>
                <a:latin typeface="Tahoma"/>
                <a:ea typeface="Tahoma"/>
                <a:cs typeface="Tahoma"/>
                <a:sym typeface="Tahoma"/>
              </a:rPr>
              <a:t>Tree Classifier: </a:t>
            </a:r>
            <a:r>
              <a:rPr b="0" i="1" lang="en-US" sz="900">
                <a:solidFill>
                  <a:srgbClr val="000000"/>
                </a:solidFill>
                <a:latin typeface="Verdana"/>
                <a:ea typeface="Verdana"/>
                <a:cs typeface="Verdana"/>
                <a:sym typeface="Verdana"/>
              </a:rPr>
              <a:t>min_samples_leaf</a:t>
            </a:r>
            <a:r>
              <a:rPr b="0" lang="en-US" sz="900">
                <a:solidFill>
                  <a:srgbClr val="000000"/>
                </a:solidFill>
                <a:latin typeface="Tahoma"/>
                <a:ea typeface="Tahoma"/>
                <a:cs typeface="Tahoma"/>
                <a:sym typeface="Tahoma"/>
              </a:rPr>
              <a:t>=1 </a:t>
            </a:r>
            <a:r>
              <a:rPr b="0" i="1" lang="en-US" sz="900">
                <a:solidFill>
                  <a:srgbClr val="000000"/>
                </a:solidFill>
                <a:latin typeface="Verdana"/>
                <a:ea typeface="Verdana"/>
                <a:cs typeface="Verdana"/>
                <a:sym typeface="Verdana"/>
              </a:rPr>
              <a:t>min_samples_split</a:t>
            </a:r>
            <a:r>
              <a:rPr b="0" lang="en-US" sz="900">
                <a:solidFill>
                  <a:srgbClr val="000000"/>
                </a:solidFill>
                <a:latin typeface="Tahoma"/>
                <a:ea typeface="Tahoma"/>
                <a:cs typeface="Tahoma"/>
                <a:sym typeface="Tahoma"/>
              </a:rPr>
              <a:t>=10 </a:t>
            </a:r>
            <a:r>
              <a:rPr b="0" i="1" lang="en-US" sz="900">
                <a:solidFill>
                  <a:srgbClr val="000000"/>
                </a:solidFill>
                <a:latin typeface="Verdana"/>
                <a:ea typeface="Verdana"/>
                <a:cs typeface="Verdana"/>
                <a:sym typeface="Verdana"/>
              </a:rPr>
              <a:t>criterion</a:t>
            </a:r>
            <a:r>
              <a:rPr b="0" lang="en-US" sz="900">
                <a:solidFill>
                  <a:srgbClr val="000000"/>
                </a:solidFill>
                <a:latin typeface="Tahoma"/>
                <a:ea typeface="Tahoma"/>
                <a:cs typeface="Tahoma"/>
                <a:sym typeface="Tahoma"/>
              </a:rPr>
              <a:t>="entropy" </a:t>
            </a:r>
            <a:r>
              <a:rPr b="0" i="1" lang="en-US" sz="900">
                <a:solidFill>
                  <a:srgbClr val="000000"/>
                </a:solidFill>
                <a:latin typeface="Verdana"/>
                <a:ea typeface="Verdana"/>
                <a:cs typeface="Verdana"/>
                <a:sym typeface="Verdana"/>
              </a:rPr>
              <a:t>max_depth</a:t>
            </a:r>
            <a:r>
              <a:rPr b="0" lang="en-US" sz="900">
                <a:solidFill>
                  <a:srgbClr val="000000"/>
                </a:solidFill>
                <a:latin typeface="Tahoma"/>
                <a:ea typeface="Tahoma"/>
                <a:cs typeface="Tahoma"/>
                <a:sym typeface="Tahoma"/>
              </a:rPr>
              <a:t>=3</a:t>
            </a:r>
            <a:endParaRPr sz="900">
              <a:latin typeface="Tahoma"/>
              <a:ea typeface="Tahoma"/>
              <a:cs typeface="Tahoma"/>
              <a:sym typeface="Tahoma"/>
            </a:endParaRPr>
          </a:p>
        </p:txBody>
      </p:sp>
      <p:sp>
        <p:nvSpPr>
          <p:cNvPr id="177" name="Google Shape;177;p13"/>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178" name="Google Shape;178;p13"/>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179" name="Google Shape;179;p13"/>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descr="$PPTXTitle" id="184" name="Google Shape;184;p14"/>
          <p:cNvSpPr txBox="1"/>
          <p:nvPr>
            <p:ph type="title"/>
          </p:nvPr>
        </p:nvSpPr>
        <p:spPr>
          <a:xfrm>
            <a:off x="677495" y="170050"/>
            <a:ext cx="8817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Insights</a:t>
            </a:r>
            <a:endParaRPr/>
          </a:p>
        </p:txBody>
      </p:sp>
      <p:sp>
        <p:nvSpPr>
          <p:cNvPr id="185" name="Google Shape;185;p14"/>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186" name="Google Shape;186;p14"/>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187" name="Google Shape;187;p14"/>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
        <p:nvSpPr>
          <p:cNvPr id="188" name="Google Shape;188;p14"/>
          <p:cNvSpPr txBox="1"/>
          <p:nvPr/>
        </p:nvSpPr>
        <p:spPr>
          <a:xfrm>
            <a:off x="352400" y="658350"/>
            <a:ext cx="4991700" cy="14541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Viabilidade promissora: O cruzamento de dados demográficos com a rotina corporativa possui sinal preditivo.</a:t>
            </a:r>
            <a:endParaRPr sz="1200">
              <a:solidFill>
                <a:schemeClr val="dk1"/>
              </a:solidFill>
              <a:latin typeface="Tahoma"/>
              <a:ea typeface="Tahoma"/>
              <a:cs typeface="Tahoma"/>
              <a:sym typeface="Tahoma"/>
            </a:endParaRPr>
          </a:p>
          <a:p>
            <a:pPr indent="0" lvl="0" marL="457200" marR="5080" rtl="0" algn="l">
              <a:lnSpc>
                <a:spcPct val="187400"/>
              </a:lnSpc>
              <a:spcBef>
                <a:spcPts val="0"/>
              </a:spcBef>
              <a:spcAft>
                <a:spcPts val="0"/>
              </a:spcAft>
              <a:buNone/>
            </a:pPr>
            <a:r>
              <a:t/>
            </a:r>
            <a:endParaRPr sz="1200">
              <a:solidFill>
                <a:schemeClr val="dk1"/>
              </a:solidFill>
              <a:latin typeface="Tahoma"/>
              <a:ea typeface="Tahoma"/>
              <a:cs typeface="Tahoma"/>
              <a:sym typeface="Tahoma"/>
            </a:endParaRPr>
          </a:p>
          <a:p>
            <a:pPr indent="-304800" lvl="0" marL="457200" marR="5080" rtl="0" algn="l">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Direcionamento de RH: RH já possui base estatística para focar em campanhas preventivas.</a:t>
            </a:r>
            <a:endParaRPr sz="1200">
              <a:solidFill>
                <a:schemeClr val="dk1"/>
              </a:solidFill>
              <a:latin typeface="Tahoma"/>
              <a:ea typeface="Tahoma"/>
              <a:cs typeface="Tahoma"/>
              <a:sym typeface="Tahom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2" name="Shape 192"/>
        <p:cNvGrpSpPr/>
        <p:nvPr/>
      </p:nvGrpSpPr>
      <p:grpSpPr>
        <a:xfrm>
          <a:off x="0" y="0"/>
          <a:ext cx="0" cy="0"/>
          <a:chOff x="0" y="0"/>
          <a:chExt cx="0" cy="0"/>
        </a:xfrm>
      </p:grpSpPr>
      <p:pic>
        <p:nvPicPr>
          <p:cNvPr id="193" name="Google Shape;193;p15"/>
          <p:cNvPicPr preferRelativeResize="0"/>
          <p:nvPr/>
        </p:nvPicPr>
        <p:blipFill rotWithShape="1">
          <a:blip r:embed="rId3">
            <a:alphaModFix/>
          </a:blip>
          <a:srcRect b="0" l="0" r="0" t="0"/>
          <a:stretch/>
        </p:blipFill>
        <p:spPr>
          <a:xfrm>
            <a:off x="0" y="5"/>
            <a:ext cx="5754303" cy="3237982"/>
          </a:xfrm>
          <a:prstGeom prst="rect">
            <a:avLst/>
          </a:prstGeom>
          <a:noFill/>
          <a:ln>
            <a:noFill/>
          </a:ln>
        </p:spPr>
      </p:pic>
      <p:pic>
        <p:nvPicPr>
          <p:cNvPr id="194" name="Google Shape;194;p15"/>
          <p:cNvPicPr preferRelativeResize="0"/>
          <p:nvPr/>
        </p:nvPicPr>
        <p:blipFill rotWithShape="1">
          <a:blip r:embed="rId4">
            <a:alphaModFix/>
          </a:blip>
          <a:srcRect b="0" l="0" r="0" t="0"/>
          <a:stretch/>
        </p:blipFill>
        <p:spPr>
          <a:xfrm>
            <a:off x="2120052" y="864437"/>
            <a:ext cx="1515674" cy="539655"/>
          </a:xfrm>
          <a:prstGeom prst="rect">
            <a:avLst/>
          </a:prstGeom>
          <a:noFill/>
          <a:ln>
            <a:noFill/>
          </a:ln>
        </p:spPr>
      </p:pic>
      <p:sp>
        <p:nvSpPr>
          <p:cNvPr id="195" name="Google Shape;195;p15"/>
          <p:cNvSpPr txBox="1"/>
          <p:nvPr/>
        </p:nvSpPr>
        <p:spPr>
          <a:xfrm>
            <a:off x="2469448" y="1604375"/>
            <a:ext cx="959400" cy="480900"/>
          </a:xfrm>
          <a:prstGeom prst="rect">
            <a:avLst/>
          </a:prstGeom>
          <a:noFill/>
          <a:ln>
            <a:noFill/>
          </a:ln>
        </p:spPr>
        <p:txBody>
          <a:bodyPr anchorCtr="0" anchor="t" bIns="0" lIns="0" spcFirstLastPara="1" rIns="0" wrap="square" tIns="62225">
            <a:spAutoFit/>
          </a:bodyPr>
          <a:lstStyle/>
          <a:p>
            <a:pPr indent="0" lvl="0" marL="0" rtl="0" algn="ctr">
              <a:lnSpc>
                <a:spcPct val="100000"/>
              </a:lnSpc>
              <a:spcBef>
                <a:spcPts val="0"/>
              </a:spcBef>
              <a:spcAft>
                <a:spcPts val="0"/>
              </a:spcAft>
              <a:buNone/>
            </a:pPr>
            <a:r>
              <a:rPr b="1" lang="en-US" sz="1400">
                <a:solidFill>
                  <a:srgbClr val="FFFFFF"/>
                </a:solidFill>
                <a:latin typeface="Tahoma"/>
                <a:ea typeface="Tahoma"/>
                <a:cs typeface="Tahoma"/>
                <a:sym typeface="Tahoma"/>
              </a:rPr>
              <a:t>Obrigado!</a:t>
            </a:r>
            <a:endParaRPr sz="1400">
              <a:latin typeface="Tahoma"/>
              <a:ea typeface="Tahoma"/>
              <a:cs typeface="Tahoma"/>
              <a:sym typeface="Tahoma"/>
            </a:endParaRPr>
          </a:p>
          <a:p>
            <a:pPr indent="0" lvl="0" marL="0" rtl="0" algn="ctr">
              <a:lnSpc>
                <a:spcPct val="100000"/>
              </a:lnSpc>
              <a:spcBef>
                <a:spcPts val="320"/>
              </a:spcBef>
              <a:spcAft>
                <a:spcPts val="0"/>
              </a:spcAft>
              <a:buNone/>
            </a:pPr>
            <a:r>
              <a:rPr lang="en-US" sz="1050">
                <a:solidFill>
                  <a:srgbClr val="FFFFFF"/>
                </a:solidFill>
                <a:latin typeface="Tahoma"/>
                <a:ea typeface="Tahoma"/>
                <a:cs typeface="Tahoma"/>
                <a:sym typeface="Tahoma"/>
              </a:rPr>
              <a:t>Dúvidas!</a:t>
            </a:r>
            <a:endParaRPr sz="1050">
              <a:latin typeface="Tahoma"/>
              <a:ea typeface="Tahoma"/>
              <a:cs typeface="Tahoma"/>
              <a:sym typeface="Tahoma"/>
            </a:endParaRPr>
          </a:p>
        </p:txBody>
      </p:sp>
      <p:sp>
        <p:nvSpPr>
          <p:cNvPr id="196" name="Google Shape;196;p15"/>
          <p:cNvSpPr txBox="1"/>
          <p:nvPr/>
        </p:nvSpPr>
        <p:spPr>
          <a:xfrm>
            <a:off x="2087047" y="2637980"/>
            <a:ext cx="1589405" cy="1771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00" u="sng">
                <a:solidFill>
                  <a:schemeClr val="hlink"/>
                </a:solidFill>
                <a:latin typeface="Tahoma"/>
                <a:ea typeface="Tahoma"/>
                <a:cs typeface="Tahoma"/>
                <a:sym typeface="Tahoma"/>
                <a:hlinkClick r:id="rId5"/>
              </a:rPr>
              <a:t>carvalhosannyer@gmail.com</a:t>
            </a:r>
            <a:endParaRPr sz="1000">
              <a:latin typeface="Tahoma"/>
              <a:ea typeface="Tahoma"/>
              <a:cs typeface="Tahoma"/>
              <a:sym typeface="Tahoma"/>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6" name="Google Shape;66;p8"/>
          <p:cNvSpPr/>
          <p:nvPr/>
        </p:nvSpPr>
        <p:spPr>
          <a:xfrm>
            <a:off x="359773" y="653265"/>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67" name="Google Shape;67;p8"/>
          <p:cNvGrpSpPr/>
          <p:nvPr/>
        </p:nvGrpSpPr>
        <p:grpSpPr>
          <a:xfrm>
            <a:off x="0" y="2720097"/>
            <a:ext cx="5762625" cy="518402"/>
            <a:chOff x="0" y="2720097"/>
            <a:chExt cx="5762625" cy="518402"/>
          </a:xfrm>
        </p:grpSpPr>
        <p:pic>
          <p:nvPicPr>
            <p:cNvPr id="68" name="Google Shape;68;p8"/>
            <p:cNvPicPr preferRelativeResize="0"/>
            <p:nvPr/>
          </p:nvPicPr>
          <p:blipFill rotWithShape="1">
            <a:blip r:embed="rId3">
              <a:alphaModFix/>
            </a:blip>
            <a:srcRect b="0" l="0" r="0" t="0"/>
            <a:stretch/>
          </p:blipFill>
          <p:spPr>
            <a:xfrm>
              <a:off x="0" y="3020719"/>
              <a:ext cx="5762625" cy="217780"/>
            </a:xfrm>
            <a:prstGeom prst="rect">
              <a:avLst/>
            </a:prstGeom>
            <a:noFill/>
            <a:ln>
              <a:noFill/>
            </a:ln>
          </p:spPr>
        </p:pic>
        <p:pic>
          <p:nvPicPr>
            <p:cNvPr id="69" name="Google Shape;69;p8"/>
            <p:cNvPicPr preferRelativeResize="0"/>
            <p:nvPr/>
          </p:nvPicPr>
          <p:blipFill rotWithShape="1">
            <a:blip r:embed="rId4">
              <a:alphaModFix/>
            </a:blip>
            <a:srcRect b="0" l="0" r="0" t="0"/>
            <a:stretch/>
          </p:blipFill>
          <p:spPr>
            <a:xfrm>
              <a:off x="4736800" y="2720097"/>
              <a:ext cx="883518" cy="287761"/>
            </a:xfrm>
            <a:prstGeom prst="rect">
              <a:avLst/>
            </a:prstGeom>
            <a:noFill/>
            <a:ln>
              <a:noFill/>
            </a:ln>
          </p:spPr>
        </p:pic>
      </p:grpSp>
      <p:pic>
        <p:nvPicPr>
          <p:cNvPr id="70" name="Google Shape;70;p8"/>
          <p:cNvPicPr preferRelativeResize="0"/>
          <p:nvPr/>
        </p:nvPicPr>
        <p:blipFill rotWithShape="1">
          <a:blip r:embed="rId5">
            <a:alphaModFix/>
          </a:blip>
          <a:srcRect b="0" l="0" r="0" t="0"/>
          <a:stretch/>
        </p:blipFill>
        <p:spPr>
          <a:xfrm>
            <a:off x="359773" y="88901"/>
            <a:ext cx="466435" cy="466435"/>
          </a:xfrm>
          <a:prstGeom prst="rect">
            <a:avLst/>
          </a:prstGeom>
          <a:noFill/>
          <a:ln>
            <a:noFill/>
          </a:ln>
        </p:spPr>
      </p:pic>
      <p:pic>
        <p:nvPicPr>
          <p:cNvPr id="71" name="Google Shape;71;p8"/>
          <p:cNvPicPr preferRelativeResize="0"/>
          <p:nvPr/>
        </p:nvPicPr>
        <p:blipFill rotWithShape="1">
          <a:blip r:embed="rId6">
            <a:alphaModFix/>
          </a:blip>
          <a:srcRect b="0" l="0" r="0" t="0"/>
          <a:stretch/>
        </p:blipFill>
        <p:spPr>
          <a:xfrm>
            <a:off x="359773" y="776347"/>
            <a:ext cx="234704" cy="234704"/>
          </a:xfrm>
          <a:prstGeom prst="rect">
            <a:avLst/>
          </a:prstGeom>
          <a:noFill/>
          <a:ln>
            <a:noFill/>
          </a:ln>
        </p:spPr>
      </p:pic>
      <p:sp>
        <p:nvSpPr>
          <p:cNvPr id="72" name="Google Shape;72;p8"/>
          <p:cNvSpPr/>
          <p:nvPr/>
        </p:nvSpPr>
        <p:spPr>
          <a:xfrm>
            <a:off x="426407" y="1131700"/>
            <a:ext cx="47625" cy="47625"/>
          </a:xfrm>
          <a:custGeom>
            <a:rect b="b" l="l" r="r" t="t"/>
            <a:pathLst>
              <a:path extrusionOk="0" h="47625" w="47625">
                <a:moveTo>
                  <a:pt x="26953" y="47595"/>
                </a:moveTo>
                <a:lnTo>
                  <a:pt x="20641" y="47595"/>
                </a:lnTo>
                <a:lnTo>
                  <a:pt x="17606" y="46991"/>
                </a:lnTo>
                <a:lnTo>
                  <a:pt x="0" y="26953"/>
                </a:lnTo>
                <a:lnTo>
                  <a:pt x="0" y="20641"/>
                </a:lnTo>
                <a:lnTo>
                  <a:pt x="20641" y="0"/>
                </a:lnTo>
                <a:lnTo>
                  <a:pt x="26953" y="0"/>
                </a:lnTo>
                <a:lnTo>
                  <a:pt x="47595" y="23797"/>
                </a:lnTo>
                <a:lnTo>
                  <a:pt x="47595" y="26953"/>
                </a:lnTo>
                <a:lnTo>
                  <a:pt x="26953" y="47595"/>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 name="Google Shape;73;p8"/>
          <p:cNvSpPr/>
          <p:nvPr/>
        </p:nvSpPr>
        <p:spPr>
          <a:xfrm>
            <a:off x="426407" y="1303044"/>
            <a:ext cx="47625" cy="47625"/>
          </a:xfrm>
          <a:custGeom>
            <a:rect b="b" l="l" r="r" t="t"/>
            <a:pathLst>
              <a:path extrusionOk="0" h="47625" w="47625">
                <a:moveTo>
                  <a:pt x="26953" y="47595"/>
                </a:moveTo>
                <a:lnTo>
                  <a:pt x="20641" y="47595"/>
                </a:lnTo>
                <a:lnTo>
                  <a:pt x="17606" y="46991"/>
                </a:lnTo>
                <a:lnTo>
                  <a:pt x="0" y="26953"/>
                </a:lnTo>
                <a:lnTo>
                  <a:pt x="0" y="20641"/>
                </a:lnTo>
                <a:lnTo>
                  <a:pt x="20641" y="0"/>
                </a:lnTo>
                <a:lnTo>
                  <a:pt x="26953" y="0"/>
                </a:lnTo>
                <a:lnTo>
                  <a:pt x="47595" y="23797"/>
                </a:lnTo>
                <a:lnTo>
                  <a:pt x="47595" y="26953"/>
                </a:lnTo>
                <a:lnTo>
                  <a:pt x="26953" y="47595"/>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 name="Google Shape;74;p8"/>
          <p:cNvSpPr/>
          <p:nvPr/>
        </p:nvSpPr>
        <p:spPr>
          <a:xfrm>
            <a:off x="426407" y="1474387"/>
            <a:ext cx="47625" cy="47625"/>
          </a:xfrm>
          <a:custGeom>
            <a:rect b="b" l="l" r="r" t="t"/>
            <a:pathLst>
              <a:path extrusionOk="0" h="47625" w="47625">
                <a:moveTo>
                  <a:pt x="26953" y="47595"/>
                </a:moveTo>
                <a:lnTo>
                  <a:pt x="20641" y="47595"/>
                </a:lnTo>
                <a:lnTo>
                  <a:pt x="17606" y="46991"/>
                </a:lnTo>
                <a:lnTo>
                  <a:pt x="0" y="26953"/>
                </a:lnTo>
                <a:lnTo>
                  <a:pt x="0" y="20641"/>
                </a:lnTo>
                <a:lnTo>
                  <a:pt x="20641" y="0"/>
                </a:lnTo>
                <a:lnTo>
                  <a:pt x="26953" y="0"/>
                </a:lnTo>
                <a:lnTo>
                  <a:pt x="47595" y="23797"/>
                </a:lnTo>
                <a:lnTo>
                  <a:pt x="47595" y="26953"/>
                </a:lnTo>
                <a:lnTo>
                  <a:pt x="26953" y="47595"/>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 name="Google Shape;75;p8"/>
          <p:cNvSpPr txBox="1"/>
          <p:nvPr/>
        </p:nvSpPr>
        <p:spPr>
          <a:xfrm>
            <a:off x="562740" y="79548"/>
            <a:ext cx="4885055" cy="1499870"/>
          </a:xfrm>
          <a:prstGeom prst="rect">
            <a:avLst/>
          </a:prstGeom>
          <a:noFill/>
          <a:ln>
            <a:noFill/>
          </a:ln>
        </p:spPr>
        <p:txBody>
          <a:bodyPr anchorCtr="0" anchor="t" bIns="0" lIns="0" spcFirstLastPara="1" rIns="0" wrap="square" tIns="52050">
            <a:spAutoFit/>
          </a:bodyPr>
          <a:lstStyle/>
          <a:p>
            <a:pPr indent="0" lvl="0" marL="289560" rtl="0" algn="l">
              <a:lnSpc>
                <a:spcPct val="100000"/>
              </a:lnSpc>
              <a:spcBef>
                <a:spcPts val="0"/>
              </a:spcBef>
              <a:spcAft>
                <a:spcPts val="0"/>
              </a:spcAft>
              <a:buNone/>
            </a:pPr>
            <a:r>
              <a:rPr b="1" lang="en-US" sz="1200">
                <a:solidFill>
                  <a:srgbClr val="A50033"/>
                </a:solidFill>
                <a:latin typeface="Tahoma"/>
                <a:ea typeface="Tahoma"/>
                <a:cs typeface="Tahoma"/>
                <a:sym typeface="Tahoma"/>
              </a:rPr>
              <a:t>O Problema</a:t>
            </a:r>
            <a:endParaRPr sz="1200">
              <a:latin typeface="Tahoma"/>
              <a:ea typeface="Tahoma"/>
              <a:cs typeface="Tahoma"/>
              <a:sym typeface="Tahoma"/>
            </a:endParaRPr>
          </a:p>
          <a:p>
            <a:pPr indent="0" lvl="0" marL="289560" rtl="0" algn="l">
              <a:lnSpc>
                <a:spcPct val="100000"/>
              </a:lnSpc>
              <a:spcBef>
                <a:spcPts val="260"/>
              </a:spcBef>
              <a:spcAft>
                <a:spcPts val="0"/>
              </a:spcAft>
              <a:buNone/>
            </a:pPr>
            <a:r>
              <a:rPr b="1" lang="en-US" sz="1000">
                <a:solidFill>
                  <a:srgbClr val="615353"/>
                </a:solidFill>
                <a:latin typeface="Tahoma"/>
                <a:ea typeface="Tahoma"/>
                <a:cs typeface="Tahoma"/>
                <a:sym typeface="Tahoma"/>
              </a:rPr>
              <a:t>Impacto de ausências não programadas</a:t>
            </a:r>
            <a:endParaRPr sz="1000">
              <a:latin typeface="Tahoma"/>
              <a:ea typeface="Tahoma"/>
              <a:cs typeface="Tahoma"/>
              <a:sym typeface="Tahoma"/>
            </a:endParaRPr>
          </a:p>
          <a:p>
            <a:pPr indent="0" lvl="0" marL="0" rtl="0" algn="l">
              <a:lnSpc>
                <a:spcPct val="100000"/>
              </a:lnSpc>
              <a:spcBef>
                <a:spcPts val="1065"/>
              </a:spcBef>
              <a:spcAft>
                <a:spcPts val="0"/>
              </a:spcAft>
              <a:buNone/>
            </a:pPr>
            <a:r>
              <a:t/>
            </a:r>
            <a:endParaRPr sz="1000">
              <a:latin typeface="Tahoma"/>
              <a:ea typeface="Tahoma"/>
              <a:cs typeface="Tahoma"/>
              <a:sym typeface="Tahoma"/>
            </a:endParaRPr>
          </a:p>
          <a:p>
            <a:pPr indent="0" lvl="0" marL="132715" rtl="0" algn="l">
              <a:lnSpc>
                <a:spcPct val="100000"/>
              </a:lnSpc>
              <a:spcBef>
                <a:spcPts val="0"/>
              </a:spcBef>
              <a:spcAft>
                <a:spcPts val="0"/>
              </a:spcAft>
              <a:buNone/>
            </a:pPr>
            <a:r>
              <a:rPr b="1" lang="en-US" sz="1200">
                <a:solidFill>
                  <a:srgbClr val="A50033"/>
                </a:solidFill>
                <a:latin typeface="Tahoma"/>
                <a:ea typeface="Tahoma"/>
                <a:cs typeface="Tahoma"/>
                <a:sym typeface="Tahoma"/>
              </a:rPr>
              <a:t>Dataset Absenteeism at work</a:t>
            </a:r>
            <a:endParaRPr sz="1200">
              <a:latin typeface="Tahoma"/>
              <a:ea typeface="Tahoma"/>
              <a:cs typeface="Tahoma"/>
              <a:sym typeface="Tahoma"/>
            </a:endParaRPr>
          </a:p>
          <a:p>
            <a:pPr indent="0" lvl="0" marL="12700" rtl="0" algn="l">
              <a:lnSpc>
                <a:spcPct val="100000"/>
              </a:lnSpc>
              <a:spcBef>
                <a:spcPts val="785"/>
              </a:spcBef>
              <a:spcAft>
                <a:spcPts val="0"/>
              </a:spcAft>
              <a:buNone/>
            </a:pPr>
            <a:r>
              <a:rPr lang="en-US" sz="1000">
                <a:latin typeface="Tahoma"/>
                <a:ea typeface="Tahoma"/>
                <a:cs typeface="Tahoma"/>
                <a:sym typeface="Tahoma"/>
              </a:rPr>
              <a:t>Dataset contendo o histórico de absenteísmo de colaboradores de uma empresa.</a:t>
            </a:r>
            <a:endParaRPr sz="1000">
              <a:latin typeface="Tahoma"/>
              <a:ea typeface="Tahoma"/>
              <a:cs typeface="Tahoma"/>
              <a:sym typeface="Tahoma"/>
            </a:endParaRPr>
          </a:p>
          <a:p>
            <a:pPr indent="0" lvl="0" marL="12700" marR="5080" rtl="0" algn="l">
              <a:lnSpc>
                <a:spcPct val="112400"/>
              </a:lnSpc>
              <a:spcBef>
                <a:spcPts val="0"/>
              </a:spcBef>
              <a:spcAft>
                <a:spcPts val="0"/>
              </a:spcAft>
              <a:buNone/>
            </a:pPr>
            <a:r>
              <a:rPr lang="en-US" sz="1000">
                <a:latin typeface="Tahoma"/>
                <a:ea typeface="Tahoma"/>
                <a:cs typeface="Tahoma"/>
                <a:sym typeface="Tahoma"/>
              </a:rPr>
              <a:t>Mapeia o perfil do funcionário combinando variáveis demográficas e de rotina corporativa. 20 mil registros com 21 variáveis</a:t>
            </a:r>
            <a:endParaRPr sz="1000">
              <a:latin typeface="Tahoma"/>
              <a:ea typeface="Tahoma"/>
              <a:cs typeface="Tahoma"/>
              <a:sym typeface="Tahoma"/>
            </a:endParaRPr>
          </a:p>
        </p:txBody>
      </p:sp>
      <p:sp>
        <p:nvSpPr>
          <p:cNvPr id="76" name="Google Shape;76;p8"/>
          <p:cNvSpPr/>
          <p:nvPr/>
        </p:nvSpPr>
        <p:spPr>
          <a:xfrm>
            <a:off x="2842766" y="1622690"/>
            <a:ext cx="47625" cy="1342390"/>
          </a:xfrm>
          <a:custGeom>
            <a:rect b="b" l="l" r="r" t="t"/>
            <a:pathLst>
              <a:path extrusionOk="0" h="1342389" w="47625">
                <a:moveTo>
                  <a:pt x="0" y="1341781"/>
                </a:moveTo>
                <a:lnTo>
                  <a:pt x="0" y="0"/>
                </a:lnTo>
                <a:lnTo>
                  <a:pt x="47595" y="0"/>
                </a:lnTo>
                <a:lnTo>
                  <a:pt x="47595" y="1341781"/>
                </a:lnTo>
                <a:lnTo>
                  <a:pt x="0" y="1341781"/>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 name="Google Shape;77;p8"/>
          <p:cNvSpPr txBox="1"/>
          <p:nvPr/>
        </p:nvSpPr>
        <p:spPr>
          <a:xfrm>
            <a:off x="310979" y="1591925"/>
            <a:ext cx="2473960" cy="985519"/>
          </a:xfrm>
          <a:prstGeom prst="rect">
            <a:avLst/>
          </a:prstGeom>
          <a:noFill/>
          <a:ln>
            <a:noFill/>
          </a:ln>
        </p:spPr>
        <p:txBody>
          <a:bodyPr anchorCtr="0" anchor="t" bIns="0" lIns="0" spcFirstLastPara="1" rIns="0" wrap="square" tIns="86350">
            <a:spAutoFit/>
          </a:bodyPr>
          <a:lstStyle/>
          <a:p>
            <a:pPr indent="0" lvl="0" marL="12700" rtl="0" algn="just">
              <a:lnSpc>
                <a:spcPct val="100000"/>
              </a:lnSpc>
              <a:spcBef>
                <a:spcPts val="0"/>
              </a:spcBef>
              <a:spcAft>
                <a:spcPts val="0"/>
              </a:spcAft>
              <a:buNone/>
            </a:pPr>
            <a:r>
              <a:rPr b="1" lang="en-US" sz="900">
                <a:solidFill>
                  <a:srgbClr val="A50033"/>
                </a:solidFill>
                <a:latin typeface="Tahoma"/>
                <a:ea typeface="Tahoma"/>
                <a:cs typeface="Tahoma"/>
                <a:sym typeface="Tahoma"/>
              </a:rPr>
              <a:t>Variáveis demográficas</a:t>
            </a:r>
            <a:endParaRPr sz="900">
              <a:latin typeface="Tahoma"/>
              <a:ea typeface="Tahoma"/>
              <a:cs typeface="Tahoma"/>
              <a:sym typeface="Tahoma"/>
            </a:endParaRPr>
          </a:p>
          <a:p>
            <a:pPr indent="0" lvl="0" marL="12700" marR="5080" rtl="0" algn="just">
              <a:lnSpc>
                <a:spcPct val="112400"/>
              </a:lnSpc>
              <a:spcBef>
                <a:spcPts val="500"/>
              </a:spcBef>
              <a:spcAft>
                <a:spcPts val="0"/>
              </a:spcAft>
              <a:buNone/>
            </a:pPr>
            <a:r>
              <a:rPr lang="en-US" sz="1000">
                <a:latin typeface="Tahoma"/>
                <a:ea typeface="Tahoma"/>
                <a:cs typeface="Tahoma"/>
                <a:sym typeface="Tahoma"/>
              </a:rPr>
              <a:t>Age, Education, Son, Pet, Social drinker, Social smoker, Weight, Height, Body mass index, Distance from Residence to Work, Transportation expense.</a:t>
            </a:r>
            <a:endParaRPr sz="1000">
              <a:latin typeface="Tahoma"/>
              <a:ea typeface="Tahoma"/>
              <a:cs typeface="Tahoma"/>
              <a:sym typeface="Tahoma"/>
            </a:endParaRPr>
          </a:p>
        </p:txBody>
      </p:sp>
      <p:sp>
        <p:nvSpPr>
          <p:cNvPr id="78" name="Google Shape;78;p8"/>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79" name="Google Shape;79;p8"/>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80" name="Google Shape;80;p8"/>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
        <p:nvSpPr>
          <p:cNvPr id="81" name="Google Shape;81;p8"/>
          <p:cNvSpPr txBox="1"/>
          <p:nvPr/>
        </p:nvSpPr>
        <p:spPr>
          <a:xfrm>
            <a:off x="2980816" y="1591925"/>
            <a:ext cx="2556510" cy="985519"/>
          </a:xfrm>
          <a:prstGeom prst="rect">
            <a:avLst/>
          </a:prstGeom>
          <a:noFill/>
          <a:ln>
            <a:noFill/>
          </a:ln>
        </p:spPr>
        <p:txBody>
          <a:bodyPr anchorCtr="0" anchor="t" bIns="0" lIns="0" spcFirstLastPara="1" rIns="0" wrap="square" tIns="86350">
            <a:spAutoFit/>
          </a:bodyPr>
          <a:lstStyle/>
          <a:p>
            <a:pPr indent="0" lvl="0" marL="12700" rtl="0" algn="l">
              <a:lnSpc>
                <a:spcPct val="100000"/>
              </a:lnSpc>
              <a:spcBef>
                <a:spcPts val="0"/>
              </a:spcBef>
              <a:spcAft>
                <a:spcPts val="0"/>
              </a:spcAft>
              <a:buNone/>
            </a:pPr>
            <a:r>
              <a:rPr b="1" lang="en-US" sz="900">
                <a:solidFill>
                  <a:srgbClr val="A50033"/>
                </a:solidFill>
                <a:latin typeface="Tahoma"/>
                <a:ea typeface="Tahoma"/>
                <a:cs typeface="Tahoma"/>
                <a:sym typeface="Tahoma"/>
              </a:rPr>
              <a:t>Variáveis corporativos</a:t>
            </a:r>
            <a:endParaRPr sz="900">
              <a:latin typeface="Tahoma"/>
              <a:ea typeface="Tahoma"/>
              <a:cs typeface="Tahoma"/>
              <a:sym typeface="Tahoma"/>
            </a:endParaRPr>
          </a:p>
          <a:p>
            <a:pPr indent="0" lvl="0" marL="12700" marR="5080" rtl="0" algn="l">
              <a:lnSpc>
                <a:spcPct val="112400"/>
              </a:lnSpc>
              <a:spcBef>
                <a:spcPts val="500"/>
              </a:spcBef>
              <a:spcAft>
                <a:spcPts val="0"/>
              </a:spcAft>
              <a:buNone/>
            </a:pPr>
            <a:r>
              <a:rPr lang="en-US" sz="1000">
                <a:latin typeface="Tahoma"/>
                <a:ea typeface="Tahoma"/>
                <a:cs typeface="Tahoma"/>
                <a:sym typeface="Tahoma"/>
              </a:rPr>
              <a:t>ID, Reason for absence, Month of absence, Day of the week, Seasons, Service time, Work load Average/day, Hit target, Disciplinary failure, Absenteeism time in hours.</a:t>
            </a:r>
            <a:endParaRPr sz="1000">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